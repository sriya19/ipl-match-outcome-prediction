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sldIdLst>
    <p:sldId id="305" r:id="rId5"/>
    <p:sldId id="299" r:id="rId6"/>
    <p:sldId id="291" r:id="rId7"/>
    <p:sldId id="297" r:id="rId8"/>
    <p:sldId id="257" r:id="rId9"/>
    <p:sldId id="290" r:id="rId10"/>
    <p:sldId id="261" r:id="rId11"/>
    <p:sldId id="260" r:id="rId12"/>
    <p:sldId id="296" r:id="rId13"/>
    <p:sldId id="262" r:id="rId14"/>
    <p:sldId id="269" r:id="rId15"/>
    <p:sldId id="302" r:id="rId16"/>
    <p:sldId id="293" r:id="rId17"/>
    <p:sldId id="294" r:id="rId18"/>
    <p:sldId id="277" r:id="rId19"/>
    <p:sldId id="278" r:id="rId20"/>
    <p:sldId id="279" r:id="rId21"/>
    <p:sldId id="270" r:id="rId22"/>
    <p:sldId id="303" r:id="rId23"/>
    <p:sldId id="295" r:id="rId24"/>
    <p:sldId id="271" r:id="rId25"/>
    <p:sldId id="282" r:id="rId26"/>
    <p:sldId id="283" r:id="rId27"/>
    <p:sldId id="284" r:id="rId28"/>
    <p:sldId id="287" r:id="rId29"/>
    <p:sldId id="286" r:id="rId30"/>
    <p:sldId id="304" r:id="rId31"/>
    <p:sldId id="298" r:id="rId3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23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slide" Target="slides/slide25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theme" Target="theme/theme1.xml"/><Relationship Id="rId8" Type="http://schemas.openxmlformats.org/officeDocument/2006/relationships/slide" Target="slides/slide4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ata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svg"/><Relationship Id="rId1" Type="http://schemas.openxmlformats.org/officeDocument/2006/relationships/image" Target="../media/image12.svg"/></Relationships>
</file>

<file path=ppt/diagrams/_rels/drawing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image" Target="../media/image28.svg"/><Relationship Id="rId1" Type="http://schemas.openxmlformats.org/officeDocument/2006/relationships/image" Target="../media/image2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7" Type="http://schemas.openxmlformats.org/officeDocument/2006/relationships/image" Target="../media/image36.svg"/><Relationship Id="rId2" Type="http://schemas.openxmlformats.org/officeDocument/2006/relationships/image" Target="../media/image31.svg"/><Relationship Id="rId1" Type="http://schemas.openxmlformats.org/officeDocument/2006/relationships/image" Target="../media/image30.svg"/><Relationship Id="rId6" Type="http://schemas.openxmlformats.org/officeDocument/2006/relationships/image" Target="../media/image35.svg"/><Relationship Id="rId5" Type="http://schemas.openxmlformats.org/officeDocument/2006/relationships/image" Target="../media/image34.svg"/><Relationship Id="rId4" Type="http://schemas.openxmlformats.org/officeDocument/2006/relationships/image" Target="../media/image33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A18F5D0-5624-4FF4-AE58-B53375B2C3B2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8649212-04F0-4B96-99C9-DA257A503178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>
              <a:latin typeface="Franklin Gothic Medium" panose="020B0603020102020204"/>
            </a:rPr>
            <a:t>Motivation</a:t>
          </a:r>
          <a:endParaRPr lang="en-US" b="0"/>
        </a:p>
      </dgm:t>
    </dgm:pt>
    <dgm:pt modelId="{19050E16-8BFE-437F-9699-D84831ADA5E5}" type="parTrans" cxnId="{1F99AFBB-676B-4143-87FA-5FCC45FE50A0}">
      <dgm:prSet/>
      <dgm:spPr/>
      <dgm:t>
        <a:bodyPr/>
        <a:lstStyle/>
        <a:p>
          <a:endParaRPr lang="en-US"/>
        </a:p>
      </dgm:t>
    </dgm:pt>
    <dgm:pt modelId="{35072797-E1F7-4589-A2F0-610EC1BEB926}" type="sibTrans" cxnId="{1F99AFBB-676B-4143-87FA-5FCC45FE50A0}">
      <dgm:prSet/>
      <dgm:spPr/>
      <dgm:t>
        <a:bodyPr/>
        <a:lstStyle/>
        <a:p>
          <a:endParaRPr lang="en-US"/>
        </a:p>
      </dgm:t>
    </dgm:pt>
    <dgm:pt modelId="{30AC63EA-A406-46A3-AAE6-E8CEF52C5DC5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Problem Statement</a:t>
          </a:r>
        </a:p>
      </dgm:t>
    </dgm:pt>
    <dgm:pt modelId="{90147516-20CB-48A4-A397-A13663A81905}" type="parTrans" cxnId="{7C5C3213-D73B-4C27-B748-107B1B4BCEA2}">
      <dgm:prSet/>
      <dgm:spPr/>
      <dgm:t>
        <a:bodyPr/>
        <a:lstStyle/>
        <a:p>
          <a:endParaRPr lang="en-US"/>
        </a:p>
      </dgm:t>
    </dgm:pt>
    <dgm:pt modelId="{1586A64E-5F1B-406C-83B1-5AB46CD23A67}" type="sibTrans" cxnId="{7C5C3213-D73B-4C27-B748-107B1B4BCEA2}">
      <dgm:prSet/>
      <dgm:spPr/>
      <dgm:t>
        <a:bodyPr/>
        <a:lstStyle/>
        <a:p>
          <a:endParaRPr lang="en-US"/>
        </a:p>
      </dgm:t>
    </dgm:pt>
    <dgm:pt modelId="{328EEAD4-0E04-4F6D-B633-047AB5457F7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Research Questions &amp; Hypothesis</a:t>
          </a:r>
        </a:p>
      </dgm:t>
    </dgm:pt>
    <dgm:pt modelId="{BAD92BC5-84CB-439B-A8B0-E6CD469CB5FD}" type="parTrans" cxnId="{ADF282B6-BF8C-4040-9197-53A45191CCE7}">
      <dgm:prSet/>
      <dgm:spPr/>
      <dgm:t>
        <a:bodyPr/>
        <a:lstStyle/>
        <a:p>
          <a:endParaRPr lang="en-US"/>
        </a:p>
      </dgm:t>
    </dgm:pt>
    <dgm:pt modelId="{0C99ABFB-9CF0-42ED-B291-AF9B207F9964}" type="sibTrans" cxnId="{ADF282B6-BF8C-4040-9197-53A45191CCE7}">
      <dgm:prSet/>
      <dgm:spPr/>
      <dgm:t>
        <a:bodyPr/>
        <a:lstStyle/>
        <a:p>
          <a:endParaRPr lang="en-US"/>
        </a:p>
      </dgm:t>
    </dgm:pt>
    <dgm:pt modelId="{19C74AF4-7451-4200-BF76-59EE331DF252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/>
            <a:t>How?</a:t>
          </a:r>
        </a:p>
      </dgm:t>
    </dgm:pt>
    <dgm:pt modelId="{EF357ED8-44F0-4599-AB10-E55395BA4EAB}" type="parTrans" cxnId="{925C7F04-D9BD-4D09-8BF1-BA8BC84C5A10}">
      <dgm:prSet/>
      <dgm:spPr/>
      <dgm:t>
        <a:bodyPr/>
        <a:lstStyle/>
        <a:p>
          <a:endParaRPr lang="en-US"/>
        </a:p>
      </dgm:t>
    </dgm:pt>
    <dgm:pt modelId="{092B72D6-187D-42EB-8A7D-18A8907852EA}" type="sibTrans" cxnId="{925C7F04-D9BD-4D09-8BF1-BA8BC84C5A10}">
      <dgm:prSet/>
      <dgm:spPr/>
      <dgm:t>
        <a:bodyPr/>
        <a:lstStyle/>
        <a:p>
          <a:endParaRPr lang="en-US"/>
        </a:p>
      </dgm:t>
    </dgm:pt>
    <dgm:pt modelId="{97F226F6-996D-4C1A-8A69-4A4FC000771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Exploratory Data Analysis</a:t>
          </a:r>
        </a:p>
      </dgm:t>
    </dgm:pt>
    <dgm:pt modelId="{86216216-1788-4B89-AD4D-E0E2C892FBE5}" type="parTrans" cxnId="{289360E7-9D55-479F-8794-AB3258DB7F56}">
      <dgm:prSet/>
      <dgm:spPr/>
      <dgm:t>
        <a:bodyPr/>
        <a:lstStyle/>
        <a:p>
          <a:endParaRPr lang="en-US"/>
        </a:p>
      </dgm:t>
    </dgm:pt>
    <dgm:pt modelId="{3DEC994F-1E3B-474E-B193-2314932481B7}" type="sibTrans" cxnId="{289360E7-9D55-479F-8794-AB3258DB7F56}">
      <dgm:prSet/>
      <dgm:spPr/>
      <dgm:t>
        <a:bodyPr/>
        <a:lstStyle/>
        <a:p>
          <a:endParaRPr lang="en-US"/>
        </a:p>
      </dgm:t>
    </dgm:pt>
    <dgm:pt modelId="{7FA0D6FD-6B35-466E-8F1E-F3A13CB58B97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Model Implementation</a:t>
          </a:r>
        </a:p>
      </dgm:t>
    </dgm:pt>
    <dgm:pt modelId="{DF6918F7-071A-4132-86BE-30990D3F4CDE}" type="parTrans" cxnId="{B3C99F57-A12C-4A6B-9D24-335416A55B8B}">
      <dgm:prSet/>
      <dgm:spPr/>
      <dgm:t>
        <a:bodyPr/>
        <a:lstStyle/>
        <a:p>
          <a:endParaRPr lang="en-US"/>
        </a:p>
      </dgm:t>
    </dgm:pt>
    <dgm:pt modelId="{051B6C40-8835-4BC6-8401-25A12D5C13F8}" type="sibTrans" cxnId="{B3C99F57-A12C-4A6B-9D24-335416A55B8B}">
      <dgm:prSet/>
      <dgm:spPr/>
      <dgm:t>
        <a:bodyPr/>
        <a:lstStyle/>
        <a:p>
          <a:endParaRPr lang="en-US"/>
        </a:p>
      </dgm:t>
    </dgm:pt>
    <dgm:pt modelId="{9A423FC0-2B4B-47CF-914C-8CF557BA9F2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/>
            <a:t>What?</a:t>
          </a:r>
        </a:p>
      </dgm:t>
    </dgm:pt>
    <dgm:pt modelId="{3867ACD1-9F97-463A-BC06-D6331FA9DE99}" type="parTrans" cxnId="{45BBE49F-5B00-4207-B6E5-0C533E44EE2E}">
      <dgm:prSet/>
      <dgm:spPr/>
      <dgm:t>
        <a:bodyPr/>
        <a:lstStyle/>
        <a:p>
          <a:endParaRPr lang="en-US"/>
        </a:p>
      </dgm:t>
    </dgm:pt>
    <dgm:pt modelId="{85E870A5-1A6E-45AD-9137-435FFE1E5272}" type="sibTrans" cxnId="{45BBE49F-5B00-4207-B6E5-0C533E44EE2E}">
      <dgm:prSet/>
      <dgm:spPr/>
      <dgm:t>
        <a:bodyPr/>
        <a:lstStyle/>
        <a:p>
          <a:endParaRPr lang="en-US"/>
        </a:p>
      </dgm:t>
    </dgm:pt>
    <dgm:pt modelId="{8523308C-73B6-4501-91A0-AE8DDDC018A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Results Analysis</a:t>
          </a:r>
        </a:p>
      </dgm:t>
    </dgm:pt>
    <dgm:pt modelId="{EC7E07A7-19FC-4BB9-BED4-EC511359EE6E}" type="parTrans" cxnId="{A20378D8-6E66-46AD-83D9-F6DD1A5E9026}">
      <dgm:prSet/>
      <dgm:spPr/>
      <dgm:t>
        <a:bodyPr/>
        <a:lstStyle/>
        <a:p>
          <a:endParaRPr lang="en-US"/>
        </a:p>
      </dgm:t>
    </dgm:pt>
    <dgm:pt modelId="{33F014EA-ABC4-4723-A100-9BC727B026BD}" type="sibTrans" cxnId="{A20378D8-6E66-46AD-83D9-F6DD1A5E9026}">
      <dgm:prSet/>
      <dgm:spPr/>
      <dgm:t>
        <a:bodyPr/>
        <a:lstStyle/>
        <a:p>
          <a:endParaRPr lang="en-US"/>
        </a:p>
      </dgm:t>
    </dgm:pt>
    <dgm:pt modelId="{65D8A97C-05F6-4478-82C0-0EE67A45E4B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Model-drive Insights</a:t>
          </a:r>
        </a:p>
      </dgm:t>
    </dgm:pt>
    <dgm:pt modelId="{E078C787-037E-4FC1-9557-8E7389B2DA6A}" type="parTrans" cxnId="{E10AE15F-4CC3-40A3-8EDF-F13A896B48CC}">
      <dgm:prSet/>
      <dgm:spPr/>
      <dgm:t>
        <a:bodyPr/>
        <a:lstStyle/>
        <a:p>
          <a:endParaRPr lang="en-US"/>
        </a:p>
      </dgm:t>
    </dgm:pt>
    <dgm:pt modelId="{7A08FB51-3326-4C4D-AFE8-3DE560C7F4BA}" type="sibTrans" cxnId="{E10AE15F-4CC3-40A3-8EDF-F13A896B48CC}">
      <dgm:prSet/>
      <dgm:spPr/>
      <dgm:t>
        <a:bodyPr/>
        <a:lstStyle/>
        <a:p>
          <a:endParaRPr lang="en-US"/>
        </a:p>
      </dgm:t>
    </dgm:pt>
    <dgm:pt modelId="{FE1801BF-0F2A-4C3F-81D2-B9AD44EAB48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Conclusion &amp; Future Work</a:t>
          </a:r>
        </a:p>
      </dgm:t>
    </dgm:pt>
    <dgm:pt modelId="{027E4827-1DD0-4A69-B27B-7D2E139AA69E}" type="parTrans" cxnId="{CC2406AB-E12F-4B01-B6B0-13B2B20F11DA}">
      <dgm:prSet/>
      <dgm:spPr/>
      <dgm:t>
        <a:bodyPr/>
        <a:lstStyle/>
        <a:p>
          <a:endParaRPr lang="en-US"/>
        </a:p>
      </dgm:t>
    </dgm:pt>
    <dgm:pt modelId="{D3644DC8-8C4B-4E3B-9FDF-94FD6745DD55}" type="sibTrans" cxnId="{CC2406AB-E12F-4B01-B6B0-13B2B20F11DA}">
      <dgm:prSet/>
      <dgm:spPr/>
      <dgm:t>
        <a:bodyPr/>
        <a:lstStyle/>
        <a:p>
          <a:endParaRPr lang="en-US"/>
        </a:p>
      </dgm:t>
    </dgm:pt>
    <dgm:pt modelId="{EF958146-F9AC-4E75-88DA-7CC55CD0B6F0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>
              <a:latin typeface="Franklin Gothic Medium" panose="020B0603020102020204"/>
            </a:rPr>
            <a:t>Dataset Analysis</a:t>
          </a:r>
        </a:p>
      </dgm:t>
    </dgm:pt>
    <dgm:pt modelId="{A89C5C23-1CEA-472F-BD11-F0C829A2C8EE}" type="parTrans" cxnId="{ACE96978-52CE-49B8-9C9B-18F92D1E7D98}">
      <dgm:prSet/>
      <dgm:spPr/>
      <dgm:t>
        <a:bodyPr/>
        <a:lstStyle/>
        <a:p>
          <a:endParaRPr lang="en-US"/>
        </a:p>
      </dgm:t>
    </dgm:pt>
    <dgm:pt modelId="{C6BE4C00-E1B6-4303-9DC2-62C432F86E84}" type="sibTrans" cxnId="{ACE96978-52CE-49B8-9C9B-18F92D1E7D98}">
      <dgm:prSet/>
      <dgm:spPr/>
      <dgm:t>
        <a:bodyPr/>
        <a:lstStyle/>
        <a:p>
          <a:endParaRPr lang="en-US"/>
        </a:p>
      </dgm:t>
    </dgm:pt>
    <dgm:pt modelId="{6BC08623-80E0-4486-8369-4DD55F2D3AB5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en-US" b="0">
              <a:solidFill>
                <a:schemeClr val="tx1"/>
              </a:solidFill>
            </a:rPr>
            <a:t>Why?</a:t>
          </a:r>
        </a:p>
      </dgm:t>
    </dgm:pt>
    <dgm:pt modelId="{20AD2A99-0521-4A9F-AE40-4C5DC77C0DF5}" type="parTrans" cxnId="{14CF181A-A39A-4795-9C4D-A0C1A31BEFE6}">
      <dgm:prSet/>
      <dgm:spPr/>
      <dgm:t>
        <a:bodyPr/>
        <a:lstStyle/>
        <a:p>
          <a:endParaRPr lang="en-US"/>
        </a:p>
      </dgm:t>
    </dgm:pt>
    <dgm:pt modelId="{B6099D91-FFDC-43FB-B711-E34DFDE969F6}" type="sibTrans" cxnId="{14CF181A-A39A-4795-9C4D-A0C1A31BEFE6}">
      <dgm:prSet/>
      <dgm:spPr/>
      <dgm:t>
        <a:bodyPr/>
        <a:lstStyle/>
        <a:p>
          <a:endParaRPr lang="en-US"/>
        </a:p>
      </dgm:t>
    </dgm:pt>
    <dgm:pt modelId="{2B4F4A65-517D-4F56-ABE8-714E8E2ACA34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 b="0">
              <a:solidFill>
                <a:srgbClr val="000000"/>
              </a:solidFill>
              <a:latin typeface="Calibri"/>
              <a:ea typeface="Calibri"/>
              <a:cs typeface="Calibri"/>
            </a:rPr>
            <a:t>Related Work</a:t>
          </a:r>
          <a:endParaRPr lang="en-US" b="1">
            <a:latin typeface="Franklin Gothic Medium" panose="020B0603020102020204"/>
          </a:endParaRPr>
        </a:p>
      </dgm:t>
    </dgm:pt>
    <dgm:pt modelId="{1640D047-DFBC-4661-B492-534B4B5C0AD7}" type="parTrans" cxnId="{513B4506-BB3A-4EAB-A2C2-5B869680AC74}">
      <dgm:prSet/>
      <dgm:spPr/>
      <dgm:t>
        <a:bodyPr/>
        <a:lstStyle/>
        <a:p>
          <a:endParaRPr lang="en-US"/>
        </a:p>
      </dgm:t>
    </dgm:pt>
    <dgm:pt modelId="{E2D28C54-421E-49B8-8E3C-36FF9E87961B}" type="sibTrans" cxnId="{513B4506-BB3A-4EAB-A2C2-5B869680AC74}">
      <dgm:prSet/>
      <dgm:spPr/>
      <dgm:t>
        <a:bodyPr/>
        <a:lstStyle/>
        <a:p>
          <a:endParaRPr lang="en-US"/>
        </a:p>
      </dgm:t>
    </dgm:pt>
    <dgm:pt modelId="{445FC95B-2276-4862-8644-7F0F65BE774D}" type="pres">
      <dgm:prSet presAssocID="{0A18F5D0-5624-4FF4-AE58-B53375B2C3B2}" presName="root" presStyleCnt="0">
        <dgm:presLayoutVars>
          <dgm:dir/>
          <dgm:resizeHandles val="exact"/>
        </dgm:presLayoutVars>
      </dgm:prSet>
      <dgm:spPr/>
    </dgm:pt>
    <dgm:pt modelId="{5DF82DB7-07EB-4C05-8969-021C85A3E323}" type="pres">
      <dgm:prSet presAssocID="{6BC08623-80E0-4486-8369-4DD55F2D3AB5}" presName="compNode" presStyleCnt="0"/>
      <dgm:spPr/>
    </dgm:pt>
    <dgm:pt modelId="{AD318228-DE1E-4517-A91B-5B1B43E111CE}" type="pres">
      <dgm:prSet presAssocID="{6BC08623-80E0-4486-8369-4DD55F2D3AB5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 mark"/>
        </a:ext>
      </dgm:extLst>
    </dgm:pt>
    <dgm:pt modelId="{5854F707-80EE-4BD8-A5C9-BFBA12830205}" type="pres">
      <dgm:prSet presAssocID="{6BC08623-80E0-4486-8369-4DD55F2D3AB5}" presName="iconSpace" presStyleCnt="0"/>
      <dgm:spPr/>
    </dgm:pt>
    <dgm:pt modelId="{0D8EE9D6-5D28-404C-B2DE-ABCCED3F40A7}" type="pres">
      <dgm:prSet presAssocID="{6BC08623-80E0-4486-8369-4DD55F2D3AB5}" presName="parTx" presStyleLbl="revTx" presStyleIdx="0" presStyleCnt="6">
        <dgm:presLayoutVars>
          <dgm:chMax val="0"/>
          <dgm:chPref val="0"/>
        </dgm:presLayoutVars>
      </dgm:prSet>
      <dgm:spPr/>
    </dgm:pt>
    <dgm:pt modelId="{F03C519C-9112-48F6-9F7C-D1A96C6B6B1A}" type="pres">
      <dgm:prSet presAssocID="{6BC08623-80E0-4486-8369-4DD55F2D3AB5}" presName="txSpace" presStyleCnt="0"/>
      <dgm:spPr/>
    </dgm:pt>
    <dgm:pt modelId="{33275265-7E34-46BD-B4B8-2FA4563CCB08}" type="pres">
      <dgm:prSet presAssocID="{6BC08623-80E0-4486-8369-4DD55F2D3AB5}" presName="desTx" presStyleLbl="revTx" presStyleIdx="1" presStyleCnt="6">
        <dgm:presLayoutVars/>
      </dgm:prSet>
      <dgm:spPr/>
    </dgm:pt>
    <dgm:pt modelId="{06CA954E-B0F1-4890-BBE1-62765FB62B8A}" type="pres">
      <dgm:prSet presAssocID="{B6099D91-FFDC-43FB-B711-E34DFDE969F6}" presName="sibTrans" presStyleCnt="0"/>
      <dgm:spPr/>
    </dgm:pt>
    <dgm:pt modelId="{5535D72C-DDB9-48C9-9047-212ACDE1203B}" type="pres">
      <dgm:prSet presAssocID="{19C74AF4-7451-4200-BF76-59EE331DF252}" presName="compNode" presStyleCnt="0"/>
      <dgm:spPr/>
    </dgm:pt>
    <dgm:pt modelId="{3993E864-DC1A-4310-887A-77242728CC23}" type="pres">
      <dgm:prSet presAssocID="{19C74AF4-7451-4200-BF76-59EE331DF25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8F17EFCE-F294-464B-AACF-8B518BFE7B59}" type="pres">
      <dgm:prSet presAssocID="{19C74AF4-7451-4200-BF76-59EE331DF252}" presName="iconSpace" presStyleCnt="0"/>
      <dgm:spPr/>
    </dgm:pt>
    <dgm:pt modelId="{43863CCF-9F4F-4BE1-BB55-E971230AABAB}" type="pres">
      <dgm:prSet presAssocID="{19C74AF4-7451-4200-BF76-59EE331DF252}" presName="parTx" presStyleLbl="revTx" presStyleIdx="2" presStyleCnt="6">
        <dgm:presLayoutVars>
          <dgm:chMax val="0"/>
          <dgm:chPref val="0"/>
        </dgm:presLayoutVars>
      </dgm:prSet>
      <dgm:spPr/>
    </dgm:pt>
    <dgm:pt modelId="{69FFB832-44AB-4C66-B586-E4111D976B2B}" type="pres">
      <dgm:prSet presAssocID="{19C74AF4-7451-4200-BF76-59EE331DF252}" presName="txSpace" presStyleCnt="0"/>
      <dgm:spPr/>
    </dgm:pt>
    <dgm:pt modelId="{B87B25AB-B29C-4F2B-8426-E72D0B6356E6}" type="pres">
      <dgm:prSet presAssocID="{19C74AF4-7451-4200-BF76-59EE331DF252}" presName="desTx" presStyleLbl="revTx" presStyleIdx="3" presStyleCnt="6">
        <dgm:presLayoutVars/>
      </dgm:prSet>
      <dgm:spPr/>
    </dgm:pt>
    <dgm:pt modelId="{81569BC5-2B66-4D60-B177-F01D8F398A87}" type="pres">
      <dgm:prSet presAssocID="{092B72D6-187D-42EB-8A7D-18A8907852EA}" presName="sibTrans" presStyleCnt="0"/>
      <dgm:spPr/>
    </dgm:pt>
    <dgm:pt modelId="{191340BA-6C94-4645-930C-EE824753DA34}" type="pres">
      <dgm:prSet presAssocID="{9A423FC0-2B4B-47CF-914C-8CF557BA9F21}" presName="compNode" presStyleCnt="0"/>
      <dgm:spPr/>
    </dgm:pt>
    <dgm:pt modelId="{EBD6A3E8-6FFF-4895-AF72-184D36C23915}" type="pres">
      <dgm:prSet presAssocID="{9A423FC0-2B4B-47CF-914C-8CF557BA9F21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laybook"/>
        </a:ext>
      </dgm:extLst>
    </dgm:pt>
    <dgm:pt modelId="{005B040D-3E1F-4140-BB70-D8C74A216D31}" type="pres">
      <dgm:prSet presAssocID="{9A423FC0-2B4B-47CF-914C-8CF557BA9F21}" presName="iconSpace" presStyleCnt="0"/>
      <dgm:spPr/>
    </dgm:pt>
    <dgm:pt modelId="{61E37BEF-0FC8-4136-A86A-713363BED352}" type="pres">
      <dgm:prSet presAssocID="{9A423FC0-2B4B-47CF-914C-8CF557BA9F21}" presName="parTx" presStyleLbl="revTx" presStyleIdx="4" presStyleCnt="6">
        <dgm:presLayoutVars>
          <dgm:chMax val="0"/>
          <dgm:chPref val="0"/>
        </dgm:presLayoutVars>
      </dgm:prSet>
      <dgm:spPr/>
    </dgm:pt>
    <dgm:pt modelId="{80EABC5F-6E88-4B1E-A74A-3A2A88936D54}" type="pres">
      <dgm:prSet presAssocID="{9A423FC0-2B4B-47CF-914C-8CF557BA9F21}" presName="txSpace" presStyleCnt="0"/>
      <dgm:spPr/>
    </dgm:pt>
    <dgm:pt modelId="{B67BD4F8-09FD-43CC-8221-00A120408AEC}" type="pres">
      <dgm:prSet presAssocID="{9A423FC0-2B4B-47CF-914C-8CF557BA9F21}" presName="desTx" presStyleLbl="revTx" presStyleIdx="5" presStyleCnt="6">
        <dgm:presLayoutVars/>
      </dgm:prSet>
      <dgm:spPr/>
    </dgm:pt>
  </dgm:ptLst>
  <dgm:cxnLst>
    <dgm:cxn modelId="{868B4D01-F543-4CE1-BF98-EC2280926E5D}" type="presOf" srcId="{19C74AF4-7451-4200-BF76-59EE331DF252}" destId="{43863CCF-9F4F-4BE1-BB55-E971230AABAB}" srcOrd="0" destOrd="0" presId="urn:microsoft.com/office/officeart/2018/5/layout/CenteredIconLabelDescriptionList"/>
    <dgm:cxn modelId="{925C7F04-D9BD-4D09-8BF1-BA8BC84C5A10}" srcId="{0A18F5D0-5624-4FF4-AE58-B53375B2C3B2}" destId="{19C74AF4-7451-4200-BF76-59EE331DF252}" srcOrd="1" destOrd="0" parTransId="{EF357ED8-44F0-4599-AB10-E55395BA4EAB}" sibTransId="{092B72D6-187D-42EB-8A7D-18A8907852EA}"/>
    <dgm:cxn modelId="{513B4506-BB3A-4EAB-A2C2-5B869680AC74}" srcId="{6BC08623-80E0-4486-8369-4DD55F2D3AB5}" destId="{2B4F4A65-517D-4F56-ABE8-714E8E2ACA34}" srcOrd="3" destOrd="0" parTransId="{1640D047-DFBC-4661-B492-534B4B5C0AD7}" sibTransId="{E2D28C54-421E-49B8-8E3C-36FF9E87961B}"/>
    <dgm:cxn modelId="{50590D0A-8C46-4D11-B144-749EA31F4EA7}" type="presOf" srcId="{65D8A97C-05F6-4478-82C0-0EE67A45E4B1}" destId="{B67BD4F8-09FD-43CC-8221-00A120408AEC}" srcOrd="0" destOrd="1" presId="urn:microsoft.com/office/officeart/2018/5/layout/CenteredIconLabelDescriptionList"/>
    <dgm:cxn modelId="{7C5C3213-D73B-4C27-B748-107B1B4BCEA2}" srcId="{6BC08623-80E0-4486-8369-4DD55F2D3AB5}" destId="{30AC63EA-A406-46A3-AAE6-E8CEF52C5DC5}" srcOrd="1" destOrd="0" parTransId="{90147516-20CB-48A4-A397-A13663A81905}" sibTransId="{1586A64E-5F1B-406C-83B1-5AB46CD23A67}"/>
    <dgm:cxn modelId="{4481D813-855C-46F3-92A3-18D68345BBD0}" type="presOf" srcId="{FE1801BF-0F2A-4C3F-81D2-B9AD44EAB489}" destId="{B67BD4F8-09FD-43CC-8221-00A120408AEC}" srcOrd="0" destOrd="2" presId="urn:microsoft.com/office/officeart/2018/5/layout/CenteredIconLabelDescriptionList"/>
    <dgm:cxn modelId="{14CF181A-A39A-4795-9C4D-A0C1A31BEFE6}" srcId="{0A18F5D0-5624-4FF4-AE58-B53375B2C3B2}" destId="{6BC08623-80E0-4486-8369-4DD55F2D3AB5}" srcOrd="0" destOrd="0" parTransId="{20AD2A99-0521-4A9F-AE40-4C5DC77C0DF5}" sibTransId="{B6099D91-FFDC-43FB-B711-E34DFDE969F6}"/>
    <dgm:cxn modelId="{63E14538-3322-44C0-B285-3AC9A82980FB}" type="presOf" srcId="{2B4F4A65-517D-4F56-ABE8-714E8E2ACA34}" destId="{33275265-7E34-46BD-B4B8-2FA4563CCB08}" srcOrd="0" destOrd="3" presId="urn:microsoft.com/office/officeart/2018/5/layout/CenteredIconLabelDescriptionList"/>
    <dgm:cxn modelId="{1E97243E-7C71-49D7-8617-AE4CF099A6FE}" type="presOf" srcId="{B8649212-04F0-4B96-99C9-DA257A503178}" destId="{33275265-7E34-46BD-B4B8-2FA4563CCB08}" srcOrd="0" destOrd="0" presId="urn:microsoft.com/office/officeart/2018/5/layout/CenteredIconLabelDescriptionList"/>
    <dgm:cxn modelId="{E10AE15F-4CC3-40A3-8EDF-F13A896B48CC}" srcId="{9A423FC0-2B4B-47CF-914C-8CF557BA9F21}" destId="{65D8A97C-05F6-4478-82C0-0EE67A45E4B1}" srcOrd="1" destOrd="0" parTransId="{E078C787-037E-4FC1-9557-8E7389B2DA6A}" sibTransId="{7A08FB51-3326-4C4D-AFE8-3DE560C7F4BA}"/>
    <dgm:cxn modelId="{9A32026C-83B8-404C-8C21-022B01FC0461}" type="presOf" srcId="{EF958146-F9AC-4E75-88DA-7CC55CD0B6F0}" destId="{B87B25AB-B29C-4F2B-8426-E72D0B6356E6}" srcOrd="0" destOrd="0" presId="urn:microsoft.com/office/officeart/2018/5/layout/CenteredIconLabelDescriptionList"/>
    <dgm:cxn modelId="{B3C99F57-A12C-4A6B-9D24-335416A55B8B}" srcId="{19C74AF4-7451-4200-BF76-59EE331DF252}" destId="{7FA0D6FD-6B35-466E-8F1E-F3A13CB58B97}" srcOrd="2" destOrd="0" parTransId="{DF6918F7-071A-4132-86BE-30990D3F4CDE}" sibTransId="{051B6C40-8835-4BC6-8401-25A12D5C13F8}"/>
    <dgm:cxn modelId="{ACE96978-52CE-49B8-9C9B-18F92D1E7D98}" srcId="{19C74AF4-7451-4200-BF76-59EE331DF252}" destId="{EF958146-F9AC-4E75-88DA-7CC55CD0B6F0}" srcOrd="0" destOrd="0" parTransId="{A89C5C23-1CEA-472F-BD11-F0C829A2C8EE}" sibTransId="{C6BE4C00-E1B6-4303-9DC2-62C432F86E84}"/>
    <dgm:cxn modelId="{15597F9F-94A1-4B80-BC84-707E989FE980}" type="presOf" srcId="{9A423FC0-2B4B-47CF-914C-8CF557BA9F21}" destId="{61E37BEF-0FC8-4136-A86A-713363BED352}" srcOrd="0" destOrd="0" presId="urn:microsoft.com/office/officeart/2018/5/layout/CenteredIconLabelDescriptionList"/>
    <dgm:cxn modelId="{45BBE49F-5B00-4207-B6E5-0C533E44EE2E}" srcId="{0A18F5D0-5624-4FF4-AE58-B53375B2C3B2}" destId="{9A423FC0-2B4B-47CF-914C-8CF557BA9F21}" srcOrd="2" destOrd="0" parTransId="{3867ACD1-9F97-463A-BC06-D6331FA9DE99}" sibTransId="{85E870A5-1A6E-45AD-9137-435FFE1E5272}"/>
    <dgm:cxn modelId="{DA429AA6-65EC-4328-B9AD-87114C67E4B6}" type="presOf" srcId="{30AC63EA-A406-46A3-AAE6-E8CEF52C5DC5}" destId="{33275265-7E34-46BD-B4B8-2FA4563CCB08}" srcOrd="0" destOrd="1" presId="urn:microsoft.com/office/officeart/2018/5/layout/CenteredIconLabelDescriptionList"/>
    <dgm:cxn modelId="{CC2406AB-E12F-4B01-B6B0-13B2B20F11DA}" srcId="{9A423FC0-2B4B-47CF-914C-8CF557BA9F21}" destId="{FE1801BF-0F2A-4C3F-81D2-B9AD44EAB489}" srcOrd="2" destOrd="0" parTransId="{027E4827-1DD0-4A69-B27B-7D2E139AA69E}" sibTransId="{D3644DC8-8C4B-4E3B-9FDF-94FD6745DD55}"/>
    <dgm:cxn modelId="{312D77AE-0EF6-436A-BEFE-B6AC77067B26}" type="presOf" srcId="{7FA0D6FD-6B35-466E-8F1E-F3A13CB58B97}" destId="{B87B25AB-B29C-4F2B-8426-E72D0B6356E6}" srcOrd="0" destOrd="2" presId="urn:microsoft.com/office/officeart/2018/5/layout/CenteredIconLabelDescriptionList"/>
    <dgm:cxn modelId="{ADF282B6-BF8C-4040-9197-53A45191CCE7}" srcId="{6BC08623-80E0-4486-8369-4DD55F2D3AB5}" destId="{328EEAD4-0E04-4F6D-B633-047AB5457F7E}" srcOrd="2" destOrd="0" parTransId="{BAD92BC5-84CB-439B-A8B0-E6CD469CB5FD}" sibTransId="{0C99ABFB-9CF0-42ED-B291-AF9B207F9964}"/>
    <dgm:cxn modelId="{E422E3BA-79FC-474D-A174-CEA9F90FE43E}" type="presOf" srcId="{8523308C-73B6-4501-91A0-AE8DDDC018AD}" destId="{B67BD4F8-09FD-43CC-8221-00A120408AEC}" srcOrd="0" destOrd="0" presId="urn:microsoft.com/office/officeart/2018/5/layout/CenteredIconLabelDescriptionList"/>
    <dgm:cxn modelId="{1F99AFBB-676B-4143-87FA-5FCC45FE50A0}" srcId="{6BC08623-80E0-4486-8369-4DD55F2D3AB5}" destId="{B8649212-04F0-4B96-99C9-DA257A503178}" srcOrd="0" destOrd="0" parTransId="{19050E16-8BFE-437F-9699-D84831ADA5E5}" sibTransId="{35072797-E1F7-4589-A2F0-610EC1BEB926}"/>
    <dgm:cxn modelId="{8C7BC6C0-1630-4A8B-B5B5-CECEC27CCFB2}" type="presOf" srcId="{328EEAD4-0E04-4F6D-B633-047AB5457F7E}" destId="{33275265-7E34-46BD-B4B8-2FA4563CCB08}" srcOrd="0" destOrd="2" presId="urn:microsoft.com/office/officeart/2018/5/layout/CenteredIconLabelDescriptionList"/>
    <dgm:cxn modelId="{196410CE-B972-4CF7-A8EA-810898739B30}" type="presOf" srcId="{6BC08623-80E0-4486-8369-4DD55F2D3AB5}" destId="{0D8EE9D6-5D28-404C-B2DE-ABCCED3F40A7}" srcOrd="0" destOrd="0" presId="urn:microsoft.com/office/officeart/2018/5/layout/CenteredIconLabelDescriptionList"/>
    <dgm:cxn modelId="{A20378D8-6E66-46AD-83D9-F6DD1A5E9026}" srcId="{9A423FC0-2B4B-47CF-914C-8CF557BA9F21}" destId="{8523308C-73B6-4501-91A0-AE8DDDC018AD}" srcOrd="0" destOrd="0" parTransId="{EC7E07A7-19FC-4BB9-BED4-EC511359EE6E}" sibTransId="{33F014EA-ABC4-4723-A100-9BC727B026BD}"/>
    <dgm:cxn modelId="{33CAD1DB-2D6D-4D0F-869D-49182BF9B073}" type="presOf" srcId="{97F226F6-996D-4C1A-8A69-4A4FC0007719}" destId="{B87B25AB-B29C-4F2B-8426-E72D0B6356E6}" srcOrd="0" destOrd="1" presId="urn:microsoft.com/office/officeart/2018/5/layout/CenteredIconLabelDescriptionList"/>
    <dgm:cxn modelId="{289360E7-9D55-479F-8794-AB3258DB7F56}" srcId="{19C74AF4-7451-4200-BF76-59EE331DF252}" destId="{97F226F6-996D-4C1A-8A69-4A4FC0007719}" srcOrd="1" destOrd="0" parTransId="{86216216-1788-4B89-AD4D-E0E2C892FBE5}" sibTransId="{3DEC994F-1E3B-474E-B193-2314932481B7}"/>
    <dgm:cxn modelId="{B1D372EA-D701-4F33-AA72-44A08E24ED62}" type="presOf" srcId="{0A18F5D0-5624-4FF4-AE58-B53375B2C3B2}" destId="{445FC95B-2276-4862-8644-7F0F65BE774D}" srcOrd="0" destOrd="0" presId="urn:microsoft.com/office/officeart/2018/5/layout/CenteredIconLabelDescriptionList"/>
    <dgm:cxn modelId="{EA62B902-D56F-4013-9F9B-C4A2AC60E839}" type="presParOf" srcId="{445FC95B-2276-4862-8644-7F0F65BE774D}" destId="{5DF82DB7-07EB-4C05-8969-021C85A3E323}" srcOrd="0" destOrd="0" presId="urn:microsoft.com/office/officeart/2018/5/layout/CenteredIconLabelDescriptionList"/>
    <dgm:cxn modelId="{C4D33095-66D9-4F35-BA9A-95EE6835F17B}" type="presParOf" srcId="{5DF82DB7-07EB-4C05-8969-021C85A3E323}" destId="{AD318228-DE1E-4517-A91B-5B1B43E111CE}" srcOrd="0" destOrd="0" presId="urn:microsoft.com/office/officeart/2018/5/layout/CenteredIconLabelDescriptionList"/>
    <dgm:cxn modelId="{739C98E6-85D5-44D5-AD1D-2F009510A8FD}" type="presParOf" srcId="{5DF82DB7-07EB-4C05-8969-021C85A3E323}" destId="{5854F707-80EE-4BD8-A5C9-BFBA12830205}" srcOrd="1" destOrd="0" presId="urn:microsoft.com/office/officeart/2018/5/layout/CenteredIconLabelDescriptionList"/>
    <dgm:cxn modelId="{7135A28C-4165-4BD5-80E1-756038E1A681}" type="presParOf" srcId="{5DF82DB7-07EB-4C05-8969-021C85A3E323}" destId="{0D8EE9D6-5D28-404C-B2DE-ABCCED3F40A7}" srcOrd="2" destOrd="0" presId="urn:microsoft.com/office/officeart/2018/5/layout/CenteredIconLabelDescriptionList"/>
    <dgm:cxn modelId="{45C567BE-3CC0-4531-8AD7-491D4327D729}" type="presParOf" srcId="{5DF82DB7-07EB-4C05-8969-021C85A3E323}" destId="{F03C519C-9112-48F6-9F7C-D1A96C6B6B1A}" srcOrd="3" destOrd="0" presId="urn:microsoft.com/office/officeart/2018/5/layout/CenteredIconLabelDescriptionList"/>
    <dgm:cxn modelId="{B8E782F2-D3D8-4EC0-A371-577857624953}" type="presParOf" srcId="{5DF82DB7-07EB-4C05-8969-021C85A3E323}" destId="{33275265-7E34-46BD-B4B8-2FA4563CCB08}" srcOrd="4" destOrd="0" presId="urn:microsoft.com/office/officeart/2018/5/layout/CenteredIconLabelDescriptionList"/>
    <dgm:cxn modelId="{DF2EEB13-E6C8-4B7F-B97A-C84FF248FF0F}" type="presParOf" srcId="{445FC95B-2276-4862-8644-7F0F65BE774D}" destId="{06CA954E-B0F1-4890-BBE1-62765FB62B8A}" srcOrd="1" destOrd="0" presId="urn:microsoft.com/office/officeart/2018/5/layout/CenteredIconLabelDescriptionList"/>
    <dgm:cxn modelId="{0E738E85-756D-42E5-9E2E-80D9BCB4096D}" type="presParOf" srcId="{445FC95B-2276-4862-8644-7F0F65BE774D}" destId="{5535D72C-DDB9-48C9-9047-212ACDE1203B}" srcOrd="2" destOrd="0" presId="urn:microsoft.com/office/officeart/2018/5/layout/CenteredIconLabelDescriptionList"/>
    <dgm:cxn modelId="{723752EC-F175-42A0-B0BC-B8F1E79916D2}" type="presParOf" srcId="{5535D72C-DDB9-48C9-9047-212ACDE1203B}" destId="{3993E864-DC1A-4310-887A-77242728CC23}" srcOrd="0" destOrd="0" presId="urn:microsoft.com/office/officeart/2018/5/layout/CenteredIconLabelDescriptionList"/>
    <dgm:cxn modelId="{F983FECD-9AAE-4179-AAB3-AEA9C38C2AEF}" type="presParOf" srcId="{5535D72C-DDB9-48C9-9047-212ACDE1203B}" destId="{8F17EFCE-F294-464B-AACF-8B518BFE7B59}" srcOrd="1" destOrd="0" presId="urn:microsoft.com/office/officeart/2018/5/layout/CenteredIconLabelDescriptionList"/>
    <dgm:cxn modelId="{BBA38FA4-2CB3-4B3C-B026-2A15D78AA983}" type="presParOf" srcId="{5535D72C-DDB9-48C9-9047-212ACDE1203B}" destId="{43863CCF-9F4F-4BE1-BB55-E971230AABAB}" srcOrd="2" destOrd="0" presId="urn:microsoft.com/office/officeart/2018/5/layout/CenteredIconLabelDescriptionList"/>
    <dgm:cxn modelId="{B6B03569-F5C8-4DC3-9645-67786AFB898D}" type="presParOf" srcId="{5535D72C-DDB9-48C9-9047-212ACDE1203B}" destId="{69FFB832-44AB-4C66-B586-E4111D976B2B}" srcOrd="3" destOrd="0" presId="urn:microsoft.com/office/officeart/2018/5/layout/CenteredIconLabelDescriptionList"/>
    <dgm:cxn modelId="{60637B02-AF92-4A87-B0B8-EAF37187ACAD}" type="presParOf" srcId="{5535D72C-DDB9-48C9-9047-212ACDE1203B}" destId="{B87B25AB-B29C-4F2B-8426-E72D0B6356E6}" srcOrd="4" destOrd="0" presId="urn:microsoft.com/office/officeart/2018/5/layout/CenteredIconLabelDescriptionList"/>
    <dgm:cxn modelId="{482B2EDB-6539-47D2-994C-0F244DE92D8B}" type="presParOf" srcId="{445FC95B-2276-4862-8644-7F0F65BE774D}" destId="{81569BC5-2B66-4D60-B177-F01D8F398A87}" srcOrd="3" destOrd="0" presId="urn:microsoft.com/office/officeart/2018/5/layout/CenteredIconLabelDescriptionList"/>
    <dgm:cxn modelId="{655DC7C7-B87B-451F-A986-C94E2A12414E}" type="presParOf" srcId="{445FC95B-2276-4862-8644-7F0F65BE774D}" destId="{191340BA-6C94-4645-930C-EE824753DA34}" srcOrd="4" destOrd="0" presId="urn:microsoft.com/office/officeart/2018/5/layout/CenteredIconLabelDescriptionList"/>
    <dgm:cxn modelId="{7914F521-57B7-4F0A-B041-2B20AF15EB3F}" type="presParOf" srcId="{191340BA-6C94-4645-930C-EE824753DA34}" destId="{EBD6A3E8-6FFF-4895-AF72-184D36C23915}" srcOrd="0" destOrd="0" presId="urn:microsoft.com/office/officeart/2018/5/layout/CenteredIconLabelDescriptionList"/>
    <dgm:cxn modelId="{09FDF363-6F99-4EE3-A6B2-23A688919573}" type="presParOf" srcId="{191340BA-6C94-4645-930C-EE824753DA34}" destId="{005B040D-3E1F-4140-BB70-D8C74A216D31}" srcOrd="1" destOrd="0" presId="urn:microsoft.com/office/officeart/2018/5/layout/CenteredIconLabelDescriptionList"/>
    <dgm:cxn modelId="{38323A9C-E046-4B6B-84AE-8DAE4D998EC9}" type="presParOf" srcId="{191340BA-6C94-4645-930C-EE824753DA34}" destId="{61E37BEF-0FC8-4136-A86A-713363BED352}" srcOrd="2" destOrd="0" presId="urn:microsoft.com/office/officeart/2018/5/layout/CenteredIconLabelDescriptionList"/>
    <dgm:cxn modelId="{A8C89CF3-D6A2-48D9-9CEE-9E6A31E60025}" type="presParOf" srcId="{191340BA-6C94-4645-930C-EE824753DA34}" destId="{80EABC5F-6E88-4B1E-A74A-3A2A88936D54}" srcOrd="3" destOrd="0" presId="urn:microsoft.com/office/officeart/2018/5/layout/CenteredIconLabelDescriptionList"/>
    <dgm:cxn modelId="{A108D4F0-5A07-42B9-A84E-722FCC6CF207}" type="presParOf" srcId="{191340BA-6C94-4645-930C-EE824753DA34}" destId="{B67BD4F8-09FD-43CC-8221-00A120408AEC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4ED965F5-D359-4468-B4F4-1EE507E6F6BF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8DEF881B-A1F7-4518-92EF-E50058470C6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Develop a data-driven machine learning model to predict IPL match outcomes and analyze critical factors influencing results.</a:t>
          </a:r>
          <a:endParaRPr lang="en-US"/>
        </a:p>
      </dgm:t>
    </dgm:pt>
    <dgm:pt modelId="{5CC3D455-5B37-43D6-BDC3-657A7D131A2A}" type="parTrans" cxnId="{E63EAA5E-1A35-41CA-9292-D8780249A481}">
      <dgm:prSet/>
      <dgm:spPr/>
      <dgm:t>
        <a:bodyPr/>
        <a:lstStyle/>
        <a:p>
          <a:endParaRPr lang="en-US"/>
        </a:p>
      </dgm:t>
    </dgm:pt>
    <dgm:pt modelId="{5EEC19A6-C39A-4B2F-AA7E-44868D7839A0}" type="sibTrans" cxnId="{E63EAA5E-1A35-41CA-9292-D8780249A481}">
      <dgm:prSet/>
      <dgm:spPr/>
      <dgm:t>
        <a:bodyPr/>
        <a:lstStyle/>
        <a:p>
          <a:endParaRPr lang="en-US"/>
        </a:p>
      </dgm:t>
    </dgm:pt>
    <dgm:pt modelId="{5F4507CA-B989-43B3-B7FA-0EB665B6C3B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Focus on </a:t>
          </a:r>
          <a:r>
            <a:rPr lang="en-US" b="1">
              <a:latin typeface="Franklin Gothic Medium" panose="020B0603020102020204"/>
            </a:rPr>
            <a:t>Smarter</a:t>
          </a:r>
          <a:r>
            <a:rPr lang="en-US" b="1"/>
            <a:t> </a:t>
          </a:r>
          <a:r>
            <a:rPr lang="en-US" b="1">
              <a:latin typeface="Franklin Gothic Medium" panose="020B0603020102020204"/>
            </a:rPr>
            <a:t>Decision-making</a:t>
          </a:r>
          <a:endParaRPr lang="en-US" b="1"/>
        </a:p>
      </dgm:t>
    </dgm:pt>
    <dgm:pt modelId="{5BEC8DD9-D175-4324-8D8F-0A6913D384E9}" type="parTrans" cxnId="{129E9ADB-CCC8-4A05-BD4F-AC5B9BDE293C}">
      <dgm:prSet/>
      <dgm:spPr/>
      <dgm:t>
        <a:bodyPr/>
        <a:lstStyle/>
        <a:p>
          <a:endParaRPr lang="en-US"/>
        </a:p>
      </dgm:t>
    </dgm:pt>
    <dgm:pt modelId="{0C0BF8B8-7635-47E2-B538-5556210284C2}" type="sibTrans" cxnId="{129E9ADB-CCC8-4A05-BD4F-AC5B9BDE293C}">
      <dgm:prSet/>
      <dgm:spPr/>
      <dgm:t>
        <a:bodyPr/>
        <a:lstStyle/>
        <a:p>
          <a:endParaRPr lang="en-US"/>
        </a:p>
      </dgm:t>
    </dgm:pt>
    <dgm:pt modelId="{F4B88AC1-0C70-46E7-962B-3F9D026335E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Deciding whether to bat or bowl first after winning the toss.</a:t>
          </a:r>
        </a:p>
      </dgm:t>
    </dgm:pt>
    <dgm:pt modelId="{7147F67F-6F40-465E-ABD4-A19A89EA2FE0}" type="parTrans" cxnId="{B6B13B54-A90E-489F-BB40-416AD7461732}">
      <dgm:prSet/>
      <dgm:spPr/>
      <dgm:t>
        <a:bodyPr/>
        <a:lstStyle/>
        <a:p>
          <a:endParaRPr lang="en-US"/>
        </a:p>
      </dgm:t>
    </dgm:pt>
    <dgm:pt modelId="{57A9B428-1DDC-4FA7-B854-27B4AC988C9A}" type="sibTrans" cxnId="{B6B13B54-A90E-489F-BB40-416AD7461732}">
      <dgm:prSet/>
      <dgm:spPr/>
      <dgm:t>
        <a:bodyPr/>
        <a:lstStyle/>
        <a:p>
          <a:endParaRPr lang="en-US"/>
        </a:p>
      </dgm:t>
    </dgm:pt>
    <dgm:pt modelId="{692B3646-C9B3-417B-ACB6-271F834DE38C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Allocating key players strategically during the match.</a:t>
          </a:r>
        </a:p>
      </dgm:t>
    </dgm:pt>
    <dgm:pt modelId="{70B7D378-3A63-42E1-BE8E-12C2A2D2B222}" type="parTrans" cxnId="{7D83A9DF-8A43-416F-86AD-A65E4038D000}">
      <dgm:prSet/>
      <dgm:spPr/>
      <dgm:t>
        <a:bodyPr/>
        <a:lstStyle/>
        <a:p>
          <a:endParaRPr lang="en-US"/>
        </a:p>
      </dgm:t>
    </dgm:pt>
    <dgm:pt modelId="{031EC33F-43CA-4000-B0A0-A42C71C95ABD}" type="sibTrans" cxnId="{7D83A9DF-8A43-416F-86AD-A65E4038D000}">
      <dgm:prSet/>
      <dgm:spPr/>
      <dgm:t>
        <a:bodyPr/>
        <a:lstStyle/>
        <a:p>
          <a:endParaRPr lang="en-US"/>
        </a:p>
      </dgm:t>
    </dgm:pt>
    <dgm:pt modelId="{A7F6B798-6D69-49C2-8897-DD0AED00246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Beyond </a:t>
          </a:r>
          <a:r>
            <a:rPr lang="en-US" b="1">
              <a:latin typeface="Franklin Gothic Medium" panose="020B0603020102020204"/>
            </a:rPr>
            <a:t>Match</a:t>
          </a:r>
          <a:r>
            <a:rPr lang="en-US" b="1"/>
            <a:t> </a:t>
          </a:r>
          <a:r>
            <a:rPr lang="en-US" b="1">
              <a:latin typeface="Franklin Gothic Medium" panose="020B0603020102020204"/>
            </a:rPr>
            <a:t>Predictions</a:t>
          </a:r>
          <a:endParaRPr lang="en-US" b="1"/>
        </a:p>
      </dgm:t>
    </dgm:pt>
    <dgm:pt modelId="{75C90E75-A971-40A9-975F-56BB80046150}" type="parTrans" cxnId="{69D5D8D1-D149-4A5C-BB70-651615E8A01D}">
      <dgm:prSet/>
      <dgm:spPr/>
      <dgm:t>
        <a:bodyPr/>
        <a:lstStyle/>
        <a:p>
          <a:endParaRPr lang="en-US"/>
        </a:p>
      </dgm:t>
    </dgm:pt>
    <dgm:pt modelId="{0D84593B-B695-4319-872B-FAB403ECF205}" type="sibTrans" cxnId="{69D5D8D1-D149-4A5C-BB70-651615E8A01D}">
      <dgm:prSet/>
      <dgm:spPr/>
      <dgm:t>
        <a:bodyPr/>
        <a:lstStyle/>
        <a:p>
          <a:endParaRPr lang="en-US"/>
        </a:p>
      </dgm:t>
    </dgm:pt>
    <dgm:pt modelId="{CF20A1F8-2486-422D-BC0D-7944D63A1D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Franklin Gothic Medium" panose="020B0603020102020204"/>
            </a:rPr>
            <a:t>Assess player</a:t>
          </a:r>
          <a:r>
            <a:rPr lang="en-US"/>
            <a:t> performance.</a:t>
          </a:r>
        </a:p>
      </dgm:t>
    </dgm:pt>
    <dgm:pt modelId="{039EEF97-CD8D-42BF-8BA1-009B4F01E307}" type="parTrans" cxnId="{C65244A4-FFB2-4024-AA8C-193CADEFF622}">
      <dgm:prSet/>
      <dgm:spPr/>
      <dgm:t>
        <a:bodyPr/>
        <a:lstStyle/>
        <a:p>
          <a:endParaRPr lang="en-US"/>
        </a:p>
      </dgm:t>
    </dgm:pt>
    <dgm:pt modelId="{C683763B-E2A1-41D3-B7D8-F42AE73A2A37}" type="sibTrans" cxnId="{C65244A4-FFB2-4024-AA8C-193CADEFF622}">
      <dgm:prSet/>
      <dgm:spPr/>
      <dgm:t>
        <a:bodyPr/>
        <a:lstStyle/>
        <a:p>
          <a:endParaRPr lang="en-US"/>
        </a:p>
      </dgm:t>
    </dgm:pt>
    <dgm:pt modelId="{0A81B28D-DD01-42AD-B650-1A86DF73B9B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Aid in team selection and match preparation.</a:t>
          </a:r>
        </a:p>
      </dgm:t>
    </dgm:pt>
    <dgm:pt modelId="{5F58B580-4BFD-4C68-B775-0C4D3C74B192}" type="parTrans" cxnId="{65624573-666A-4933-BC8C-AFC4DC8B0D44}">
      <dgm:prSet/>
      <dgm:spPr/>
      <dgm:t>
        <a:bodyPr/>
        <a:lstStyle/>
        <a:p>
          <a:endParaRPr lang="en-US"/>
        </a:p>
      </dgm:t>
    </dgm:pt>
    <dgm:pt modelId="{355D0109-6171-4642-9E90-4761E2B41F0E}" type="sibTrans" cxnId="{65624573-666A-4933-BC8C-AFC4DC8B0D44}">
      <dgm:prSet/>
      <dgm:spPr/>
      <dgm:t>
        <a:bodyPr/>
        <a:lstStyle/>
        <a:p>
          <a:endParaRPr lang="en-US"/>
        </a:p>
      </dgm:t>
    </dgm:pt>
    <dgm:pt modelId="{7E05A6D2-0BC7-4CFB-B3D6-AA3D7408AF28}" type="pres">
      <dgm:prSet presAssocID="{4ED965F5-D359-4468-B4F4-1EE507E6F6BF}" presName="root" presStyleCnt="0">
        <dgm:presLayoutVars>
          <dgm:dir/>
          <dgm:resizeHandles val="exact"/>
        </dgm:presLayoutVars>
      </dgm:prSet>
      <dgm:spPr/>
    </dgm:pt>
    <dgm:pt modelId="{17EE872E-1A33-452C-AA0C-9EE74128738D}" type="pres">
      <dgm:prSet presAssocID="{8DEF881B-A1F7-4518-92EF-E50058470C6A}" presName="compNode" presStyleCnt="0"/>
      <dgm:spPr/>
    </dgm:pt>
    <dgm:pt modelId="{0319606B-D959-402F-8002-B0809990E52F}" type="pres">
      <dgm:prSet presAssocID="{8DEF881B-A1F7-4518-92EF-E50058470C6A}" presName="bgRect" presStyleLbl="bgShp" presStyleIdx="0" presStyleCnt="3"/>
      <dgm:spPr/>
    </dgm:pt>
    <dgm:pt modelId="{FFCF1F33-4FC5-42F6-82B8-3E83CD4E7C32}" type="pres">
      <dgm:prSet presAssocID="{8DEF881B-A1F7-4518-92EF-E50058470C6A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D6DC6716-67A3-4ADB-A410-D1267B9C25FE}" type="pres">
      <dgm:prSet presAssocID="{8DEF881B-A1F7-4518-92EF-E50058470C6A}" presName="spaceRect" presStyleCnt="0"/>
      <dgm:spPr/>
    </dgm:pt>
    <dgm:pt modelId="{E797D604-B7CE-4F30-A046-5629CEDDE6E8}" type="pres">
      <dgm:prSet presAssocID="{8DEF881B-A1F7-4518-92EF-E50058470C6A}" presName="parTx" presStyleLbl="revTx" presStyleIdx="0" presStyleCnt="5">
        <dgm:presLayoutVars>
          <dgm:chMax val="0"/>
          <dgm:chPref val="0"/>
        </dgm:presLayoutVars>
      </dgm:prSet>
      <dgm:spPr/>
    </dgm:pt>
    <dgm:pt modelId="{454BD630-C0AC-46CC-B5C8-5FDFB71744F0}" type="pres">
      <dgm:prSet presAssocID="{5EEC19A6-C39A-4B2F-AA7E-44868D7839A0}" presName="sibTrans" presStyleCnt="0"/>
      <dgm:spPr/>
    </dgm:pt>
    <dgm:pt modelId="{5C76B0F4-5E25-4693-A807-B915C4CCE101}" type="pres">
      <dgm:prSet presAssocID="{5F4507CA-B989-43B3-B7FA-0EB665B6C3BE}" presName="compNode" presStyleCnt="0"/>
      <dgm:spPr/>
    </dgm:pt>
    <dgm:pt modelId="{358233B3-8369-4E98-ACA0-0A54AD9334CE}" type="pres">
      <dgm:prSet presAssocID="{5F4507CA-B989-43B3-B7FA-0EB665B6C3BE}" presName="bgRect" presStyleLbl="bgShp" presStyleIdx="1" presStyleCnt="3"/>
      <dgm:spPr/>
    </dgm:pt>
    <dgm:pt modelId="{E4384D51-F00B-4414-B909-16F63D12AC79}" type="pres">
      <dgm:prSet presAssocID="{5F4507CA-B989-43B3-B7FA-0EB665B6C3BE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icket bat and ball"/>
        </a:ext>
      </dgm:extLst>
    </dgm:pt>
    <dgm:pt modelId="{BBAF023E-6A45-4CB3-B57C-501F1F2F8923}" type="pres">
      <dgm:prSet presAssocID="{5F4507CA-B989-43B3-B7FA-0EB665B6C3BE}" presName="spaceRect" presStyleCnt="0"/>
      <dgm:spPr/>
    </dgm:pt>
    <dgm:pt modelId="{B976E76E-3DE3-49C2-8E21-3AF59247020F}" type="pres">
      <dgm:prSet presAssocID="{5F4507CA-B989-43B3-B7FA-0EB665B6C3BE}" presName="parTx" presStyleLbl="revTx" presStyleIdx="1" presStyleCnt="5">
        <dgm:presLayoutVars>
          <dgm:chMax val="0"/>
          <dgm:chPref val="0"/>
        </dgm:presLayoutVars>
      </dgm:prSet>
      <dgm:spPr/>
    </dgm:pt>
    <dgm:pt modelId="{D5C02334-EDB3-4972-BC70-A95AB44D66AA}" type="pres">
      <dgm:prSet presAssocID="{5F4507CA-B989-43B3-B7FA-0EB665B6C3BE}" presName="desTx" presStyleLbl="revTx" presStyleIdx="2" presStyleCnt="5">
        <dgm:presLayoutVars/>
      </dgm:prSet>
      <dgm:spPr/>
    </dgm:pt>
    <dgm:pt modelId="{87923321-666B-45F6-B6DD-DA377B492DC3}" type="pres">
      <dgm:prSet presAssocID="{0C0BF8B8-7635-47E2-B538-5556210284C2}" presName="sibTrans" presStyleCnt="0"/>
      <dgm:spPr/>
    </dgm:pt>
    <dgm:pt modelId="{0A6A0CEE-6264-4D2B-A909-D27B6B17041C}" type="pres">
      <dgm:prSet presAssocID="{A7F6B798-6D69-49C2-8897-DD0AED00246E}" presName="compNode" presStyleCnt="0"/>
      <dgm:spPr/>
    </dgm:pt>
    <dgm:pt modelId="{3477BB4F-8F83-4249-90D3-956033A57CA3}" type="pres">
      <dgm:prSet presAssocID="{A7F6B798-6D69-49C2-8897-DD0AED00246E}" presName="bgRect" presStyleLbl="bgShp" presStyleIdx="2" presStyleCnt="3"/>
      <dgm:spPr/>
    </dgm:pt>
    <dgm:pt modelId="{51E46F85-033D-476C-A61F-32A89A7EDC46}" type="pres">
      <dgm:prSet presAssocID="{A7F6B798-6D69-49C2-8897-DD0AED00246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port Balls"/>
        </a:ext>
      </dgm:extLst>
    </dgm:pt>
    <dgm:pt modelId="{13581527-5F65-4528-AC91-1558162E9E0D}" type="pres">
      <dgm:prSet presAssocID="{A7F6B798-6D69-49C2-8897-DD0AED00246E}" presName="spaceRect" presStyleCnt="0"/>
      <dgm:spPr/>
    </dgm:pt>
    <dgm:pt modelId="{97F4979E-A3FF-42E6-8354-8A42AD063561}" type="pres">
      <dgm:prSet presAssocID="{A7F6B798-6D69-49C2-8897-DD0AED00246E}" presName="parTx" presStyleLbl="revTx" presStyleIdx="3" presStyleCnt="5">
        <dgm:presLayoutVars>
          <dgm:chMax val="0"/>
          <dgm:chPref val="0"/>
        </dgm:presLayoutVars>
      </dgm:prSet>
      <dgm:spPr/>
    </dgm:pt>
    <dgm:pt modelId="{AC057C00-E83E-461B-8028-8DA34C7F78BC}" type="pres">
      <dgm:prSet presAssocID="{A7F6B798-6D69-49C2-8897-DD0AED00246E}" presName="desTx" presStyleLbl="revTx" presStyleIdx="4" presStyleCnt="5">
        <dgm:presLayoutVars/>
      </dgm:prSet>
      <dgm:spPr/>
    </dgm:pt>
  </dgm:ptLst>
  <dgm:cxnLst>
    <dgm:cxn modelId="{3CA6F60F-1681-470D-A2D8-B8464712ACDE}" type="presOf" srcId="{5F4507CA-B989-43B3-B7FA-0EB665B6C3BE}" destId="{B976E76E-3DE3-49C2-8E21-3AF59247020F}" srcOrd="0" destOrd="0" presId="urn:microsoft.com/office/officeart/2018/2/layout/IconVerticalSolidList"/>
    <dgm:cxn modelId="{E63EAA5E-1A35-41CA-9292-D8780249A481}" srcId="{4ED965F5-D359-4468-B4F4-1EE507E6F6BF}" destId="{8DEF881B-A1F7-4518-92EF-E50058470C6A}" srcOrd="0" destOrd="0" parTransId="{5CC3D455-5B37-43D6-BDC3-657A7D131A2A}" sibTransId="{5EEC19A6-C39A-4B2F-AA7E-44868D7839A0}"/>
    <dgm:cxn modelId="{2F3DCE6A-9E56-4EA0-AE87-E24981255076}" type="presOf" srcId="{F4B88AC1-0C70-46E7-962B-3F9D026335E9}" destId="{D5C02334-EDB3-4972-BC70-A95AB44D66AA}" srcOrd="0" destOrd="0" presId="urn:microsoft.com/office/officeart/2018/2/layout/IconVerticalSolidList"/>
    <dgm:cxn modelId="{F899DD6F-0ABC-4B9E-A117-1ACF0B005635}" type="presOf" srcId="{8DEF881B-A1F7-4518-92EF-E50058470C6A}" destId="{E797D604-B7CE-4F30-A046-5629CEDDE6E8}" srcOrd="0" destOrd="0" presId="urn:microsoft.com/office/officeart/2018/2/layout/IconVerticalSolidList"/>
    <dgm:cxn modelId="{65624573-666A-4933-BC8C-AFC4DC8B0D44}" srcId="{A7F6B798-6D69-49C2-8897-DD0AED00246E}" destId="{0A81B28D-DD01-42AD-B650-1A86DF73B9B6}" srcOrd="1" destOrd="0" parTransId="{5F58B580-4BFD-4C68-B775-0C4D3C74B192}" sibTransId="{355D0109-6171-4642-9E90-4761E2B41F0E}"/>
    <dgm:cxn modelId="{B6B13B54-A90E-489F-BB40-416AD7461732}" srcId="{5F4507CA-B989-43B3-B7FA-0EB665B6C3BE}" destId="{F4B88AC1-0C70-46E7-962B-3F9D026335E9}" srcOrd="0" destOrd="0" parTransId="{7147F67F-6F40-465E-ABD4-A19A89EA2FE0}" sibTransId="{57A9B428-1DDC-4FA7-B854-27B4AC988C9A}"/>
    <dgm:cxn modelId="{3FC7BA7A-36F9-4A84-8F1A-1FAE5937E64C}" type="presOf" srcId="{A7F6B798-6D69-49C2-8897-DD0AED00246E}" destId="{97F4979E-A3FF-42E6-8354-8A42AD063561}" srcOrd="0" destOrd="0" presId="urn:microsoft.com/office/officeart/2018/2/layout/IconVerticalSolidList"/>
    <dgm:cxn modelId="{C203237B-33AD-46EE-9B10-DB6877C98057}" type="presOf" srcId="{4ED965F5-D359-4468-B4F4-1EE507E6F6BF}" destId="{7E05A6D2-0BC7-4CFB-B3D6-AA3D7408AF28}" srcOrd="0" destOrd="0" presId="urn:microsoft.com/office/officeart/2018/2/layout/IconVerticalSolidList"/>
    <dgm:cxn modelId="{D980F497-7E17-43AE-BD5F-72D908B8C099}" type="presOf" srcId="{CF20A1F8-2486-422D-BC0D-7944D63A1D4F}" destId="{AC057C00-E83E-461B-8028-8DA34C7F78BC}" srcOrd="0" destOrd="0" presId="urn:microsoft.com/office/officeart/2018/2/layout/IconVerticalSolidList"/>
    <dgm:cxn modelId="{C65244A4-FFB2-4024-AA8C-193CADEFF622}" srcId="{A7F6B798-6D69-49C2-8897-DD0AED00246E}" destId="{CF20A1F8-2486-422D-BC0D-7944D63A1D4F}" srcOrd="0" destOrd="0" parTransId="{039EEF97-CD8D-42BF-8BA1-009B4F01E307}" sibTransId="{C683763B-E2A1-41D3-B7D8-F42AE73A2A37}"/>
    <dgm:cxn modelId="{05681DBD-3527-4D36-8E61-FEF55210BD44}" type="presOf" srcId="{0A81B28D-DD01-42AD-B650-1A86DF73B9B6}" destId="{AC057C00-E83E-461B-8028-8DA34C7F78BC}" srcOrd="0" destOrd="1" presId="urn:microsoft.com/office/officeart/2018/2/layout/IconVerticalSolidList"/>
    <dgm:cxn modelId="{69D5D8D1-D149-4A5C-BB70-651615E8A01D}" srcId="{4ED965F5-D359-4468-B4F4-1EE507E6F6BF}" destId="{A7F6B798-6D69-49C2-8897-DD0AED00246E}" srcOrd="2" destOrd="0" parTransId="{75C90E75-A971-40A9-975F-56BB80046150}" sibTransId="{0D84593B-B695-4319-872B-FAB403ECF205}"/>
    <dgm:cxn modelId="{129E9ADB-CCC8-4A05-BD4F-AC5B9BDE293C}" srcId="{4ED965F5-D359-4468-B4F4-1EE507E6F6BF}" destId="{5F4507CA-B989-43B3-B7FA-0EB665B6C3BE}" srcOrd="1" destOrd="0" parTransId="{5BEC8DD9-D175-4324-8D8F-0A6913D384E9}" sibTransId="{0C0BF8B8-7635-47E2-B538-5556210284C2}"/>
    <dgm:cxn modelId="{7D83A9DF-8A43-416F-86AD-A65E4038D000}" srcId="{5F4507CA-B989-43B3-B7FA-0EB665B6C3BE}" destId="{692B3646-C9B3-417B-ACB6-271F834DE38C}" srcOrd="1" destOrd="0" parTransId="{70B7D378-3A63-42E1-BE8E-12C2A2D2B222}" sibTransId="{031EC33F-43CA-4000-B0A0-A42C71C95ABD}"/>
    <dgm:cxn modelId="{86011BF0-F644-48C6-91C8-5A474D7FD748}" type="presOf" srcId="{692B3646-C9B3-417B-ACB6-271F834DE38C}" destId="{D5C02334-EDB3-4972-BC70-A95AB44D66AA}" srcOrd="0" destOrd="1" presId="urn:microsoft.com/office/officeart/2018/2/layout/IconVerticalSolidList"/>
    <dgm:cxn modelId="{4BB3E37B-A1A1-4B44-929D-A792CF335C1C}" type="presParOf" srcId="{7E05A6D2-0BC7-4CFB-B3D6-AA3D7408AF28}" destId="{17EE872E-1A33-452C-AA0C-9EE74128738D}" srcOrd="0" destOrd="0" presId="urn:microsoft.com/office/officeart/2018/2/layout/IconVerticalSolidList"/>
    <dgm:cxn modelId="{7EAF4241-37D9-4FAB-BDF0-B1E5F40A019A}" type="presParOf" srcId="{17EE872E-1A33-452C-AA0C-9EE74128738D}" destId="{0319606B-D959-402F-8002-B0809990E52F}" srcOrd="0" destOrd="0" presId="urn:microsoft.com/office/officeart/2018/2/layout/IconVerticalSolidList"/>
    <dgm:cxn modelId="{4540664F-D756-4A4A-BCAD-033F1327C918}" type="presParOf" srcId="{17EE872E-1A33-452C-AA0C-9EE74128738D}" destId="{FFCF1F33-4FC5-42F6-82B8-3E83CD4E7C32}" srcOrd="1" destOrd="0" presId="urn:microsoft.com/office/officeart/2018/2/layout/IconVerticalSolidList"/>
    <dgm:cxn modelId="{FCC90D08-F7A5-48DD-A377-88650FE538CA}" type="presParOf" srcId="{17EE872E-1A33-452C-AA0C-9EE74128738D}" destId="{D6DC6716-67A3-4ADB-A410-D1267B9C25FE}" srcOrd="2" destOrd="0" presId="urn:microsoft.com/office/officeart/2018/2/layout/IconVerticalSolidList"/>
    <dgm:cxn modelId="{5A2323AA-080A-48AE-808F-0BB13ADA53A3}" type="presParOf" srcId="{17EE872E-1A33-452C-AA0C-9EE74128738D}" destId="{E797D604-B7CE-4F30-A046-5629CEDDE6E8}" srcOrd="3" destOrd="0" presId="urn:microsoft.com/office/officeart/2018/2/layout/IconVerticalSolidList"/>
    <dgm:cxn modelId="{F654F3B6-A9A4-4001-A94A-EFC6489C88FD}" type="presParOf" srcId="{7E05A6D2-0BC7-4CFB-B3D6-AA3D7408AF28}" destId="{454BD630-C0AC-46CC-B5C8-5FDFB71744F0}" srcOrd="1" destOrd="0" presId="urn:microsoft.com/office/officeart/2018/2/layout/IconVerticalSolidList"/>
    <dgm:cxn modelId="{602E5317-D852-4218-89B9-6CDA359BFB7B}" type="presParOf" srcId="{7E05A6D2-0BC7-4CFB-B3D6-AA3D7408AF28}" destId="{5C76B0F4-5E25-4693-A807-B915C4CCE101}" srcOrd="2" destOrd="0" presId="urn:microsoft.com/office/officeart/2018/2/layout/IconVerticalSolidList"/>
    <dgm:cxn modelId="{D9309AAE-DF7A-46E3-9584-53E1E239F9C3}" type="presParOf" srcId="{5C76B0F4-5E25-4693-A807-B915C4CCE101}" destId="{358233B3-8369-4E98-ACA0-0A54AD9334CE}" srcOrd="0" destOrd="0" presId="urn:microsoft.com/office/officeart/2018/2/layout/IconVerticalSolidList"/>
    <dgm:cxn modelId="{BDA53F94-BBBF-46E0-98A6-77A701F69717}" type="presParOf" srcId="{5C76B0F4-5E25-4693-A807-B915C4CCE101}" destId="{E4384D51-F00B-4414-B909-16F63D12AC79}" srcOrd="1" destOrd="0" presId="urn:microsoft.com/office/officeart/2018/2/layout/IconVerticalSolidList"/>
    <dgm:cxn modelId="{F48FAA93-84C4-48A6-A5D6-BCF037DA4760}" type="presParOf" srcId="{5C76B0F4-5E25-4693-A807-B915C4CCE101}" destId="{BBAF023E-6A45-4CB3-B57C-501F1F2F8923}" srcOrd="2" destOrd="0" presId="urn:microsoft.com/office/officeart/2018/2/layout/IconVerticalSolidList"/>
    <dgm:cxn modelId="{C4FCE126-B113-48F2-8A4D-76A0A33808DD}" type="presParOf" srcId="{5C76B0F4-5E25-4693-A807-B915C4CCE101}" destId="{B976E76E-3DE3-49C2-8E21-3AF59247020F}" srcOrd="3" destOrd="0" presId="urn:microsoft.com/office/officeart/2018/2/layout/IconVerticalSolidList"/>
    <dgm:cxn modelId="{875F640C-3306-4A3C-A414-10BD0DD297E8}" type="presParOf" srcId="{5C76B0F4-5E25-4693-A807-B915C4CCE101}" destId="{D5C02334-EDB3-4972-BC70-A95AB44D66AA}" srcOrd="4" destOrd="0" presId="urn:microsoft.com/office/officeart/2018/2/layout/IconVerticalSolidList"/>
    <dgm:cxn modelId="{6DFBF5CE-44DC-4C92-BC52-84AEE114BC2E}" type="presParOf" srcId="{7E05A6D2-0BC7-4CFB-B3D6-AA3D7408AF28}" destId="{87923321-666B-45F6-B6DD-DA377B492DC3}" srcOrd="3" destOrd="0" presId="urn:microsoft.com/office/officeart/2018/2/layout/IconVerticalSolidList"/>
    <dgm:cxn modelId="{0CF9E91D-0BD6-48AB-8D05-60F2B23EC4E3}" type="presParOf" srcId="{7E05A6D2-0BC7-4CFB-B3D6-AA3D7408AF28}" destId="{0A6A0CEE-6264-4D2B-A909-D27B6B17041C}" srcOrd="4" destOrd="0" presId="urn:microsoft.com/office/officeart/2018/2/layout/IconVerticalSolidList"/>
    <dgm:cxn modelId="{766F23CC-5F23-4783-8B62-D637FF6B7EBC}" type="presParOf" srcId="{0A6A0CEE-6264-4D2B-A909-D27B6B17041C}" destId="{3477BB4F-8F83-4249-90D3-956033A57CA3}" srcOrd="0" destOrd="0" presId="urn:microsoft.com/office/officeart/2018/2/layout/IconVerticalSolidList"/>
    <dgm:cxn modelId="{4DF88229-8BAA-4432-9A27-F510868308D0}" type="presParOf" srcId="{0A6A0CEE-6264-4D2B-A909-D27B6B17041C}" destId="{51E46F85-033D-476C-A61F-32A89A7EDC46}" srcOrd="1" destOrd="0" presId="urn:microsoft.com/office/officeart/2018/2/layout/IconVerticalSolidList"/>
    <dgm:cxn modelId="{80CF6A1A-6359-47D1-8E8E-752B1D8E0381}" type="presParOf" srcId="{0A6A0CEE-6264-4D2B-A909-D27B6B17041C}" destId="{13581527-5F65-4528-AC91-1558162E9E0D}" srcOrd="2" destOrd="0" presId="urn:microsoft.com/office/officeart/2018/2/layout/IconVerticalSolidList"/>
    <dgm:cxn modelId="{C8777898-BDD6-4A73-9E3E-892BACD7D43E}" type="presParOf" srcId="{0A6A0CEE-6264-4D2B-A909-D27B6B17041C}" destId="{97F4979E-A3FF-42E6-8354-8A42AD063561}" srcOrd="3" destOrd="0" presId="urn:microsoft.com/office/officeart/2018/2/layout/IconVerticalSolidList"/>
    <dgm:cxn modelId="{2562161A-C013-4A84-9CF9-7448CDC737E1}" type="presParOf" srcId="{0A6A0CEE-6264-4D2B-A909-D27B6B17041C}" destId="{AC057C00-E83E-461B-8028-8DA34C7F78BC}" srcOrd="4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BB3A86D-77ED-438F-9D3C-482F88A6690F}" type="doc">
      <dgm:prSet loTypeId="urn:microsoft.com/office/officeart/2018/2/layout/IconLabelDescription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FEF32F4-63A5-4916-BC51-D22252F46212}">
      <dgm:prSet/>
      <dgm:spPr/>
      <dgm:t>
        <a:bodyPr/>
        <a:lstStyle/>
        <a:p>
          <a:pPr>
            <a:defRPr b="1"/>
          </a:pPr>
          <a:r>
            <a:rPr lang="en-US"/>
            <a:t>Implemented Models: </a:t>
          </a:r>
        </a:p>
      </dgm:t>
    </dgm:pt>
    <dgm:pt modelId="{7D1E098C-677C-4999-9B85-17DBC838A534}" type="parTrans" cxnId="{A4B4FC97-5320-4ED3-B488-65AF1082421C}">
      <dgm:prSet/>
      <dgm:spPr/>
      <dgm:t>
        <a:bodyPr/>
        <a:lstStyle/>
        <a:p>
          <a:endParaRPr lang="en-US"/>
        </a:p>
      </dgm:t>
    </dgm:pt>
    <dgm:pt modelId="{04E4D12D-6A90-4BE8-B46A-152D980E9195}" type="sibTrans" cxnId="{A4B4FC97-5320-4ED3-B488-65AF1082421C}">
      <dgm:prSet/>
      <dgm:spPr/>
      <dgm:t>
        <a:bodyPr/>
        <a:lstStyle/>
        <a:p>
          <a:endParaRPr lang="en-US"/>
        </a:p>
      </dgm:t>
    </dgm:pt>
    <dgm:pt modelId="{5B33D313-1A89-4A08-8C2B-A2396213E7B2}">
      <dgm:prSet/>
      <dgm:spPr/>
      <dgm:t>
        <a:bodyPr/>
        <a:lstStyle/>
        <a:p>
          <a:r>
            <a:rPr lang="en-US"/>
            <a:t>Naïve Bayes</a:t>
          </a:r>
        </a:p>
      </dgm:t>
    </dgm:pt>
    <dgm:pt modelId="{D184603B-450C-4213-BB70-154540F98151}" type="parTrans" cxnId="{39C15C64-F4A4-4006-9DB6-4EA49C2FAB2A}">
      <dgm:prSet/>
      <dgm:spPr/>
      <dgm:t>
        <a:bodyPr/>
        <a:lstStyle/>
        <a:p>
          <a:endParaRPr lang="en-US"/>
        </a:p>
      </dgm:t>
    </dgm:pt>
    <dgm:pt modelId="{4E8C0054-CA8D-4F0D-8A98-218CAB700F4F}" type="sibTrans" cxnId="{39C15C64-F4A4-4006-9DB6-4EA49C2FAB2A}">
      <dgm:prSet/>
      <dgm:spPr/>
      <dgm:t>
        <a:bodyPr/>
        <a:lstStyle/>
        <a:p>
          <a:endParaRPr lang="en-US"/>
        </a:p>
      </dgm:t>
    </dgm:pt>
    <dgm:pt modelId="{CAD35F33-A885-427F-B81D-E43CF7935A00}">
      <dgm:prSet/>
      <dgm:spPr/>
      <dgm:t>
        <a:bodyPr/>
        <a:lstStyle/>
        <a:p>
          <a:r>
            <a:rPr lang="en-US"/>
            <a:t>Random Forest and</a:t>
          </a:r>
        </a:p>
      </dgm:t>
    </dgm:pt>
    <dgm:pt modelId="{64311603-DF61-45A8-A781-117758797297}" type="parTrans" cxnId="{461B6F65-4187-4033-BC31-6C81AE5C71B6}">
      <dgm:prSet/>
      <dgm:spPr/>
      <dgm:t>
        <a:bodyPr/>
        <a:lstStyle/>
        <a:p>
          <a:endParaRPr lang="en-US"/>
        </a:p>
      </dgm:t>
    </dgm:pt>
    <dgm:pt modelId="{2B307E6A-1C7C-4F99-B30F-42614B3EF6FC}" type="sibTrans" cxnId="{461B6F65-4187-4033-BC31-6C81AE5C71B6}">
      <dgm:prSet/>
      <dgm:spPr/>
      <dgm:t>
        <a:bodyPr/>
        <a:lstStyle/>
        <a:p>
          <a:endParaRPr lang="en-US"/>
        </a:p>
      </dgm:t>
    </dgm:pt>
    <dgm:pt modelId="{5235F848-17CD-437D-9133-90DBF44CA125}">
      <dgm:prSet/>
      <dgm:spPr/>
      <dgm:t>
        <a:bodyPr/>
        <a:lstStyle/>
        <a:p>
          <a:r>
            <a:rPr lang="en-US"/>
            <a:t>Logistic Regression</a:t>
          </a:r>
        </a:p>
      </dgm:t>
    </dgm:pt>
    <dgm:pt modelId="{9E6F9D3A-CD9B-4100-8B25-E6A2F6D5DA56}" type="parTrans" cxnId="{3F380EB8-D5C6-4129-B6EA-4358F41B5E8E}">
      <dgm:prSet/>
      <dgm:spPr/>
      <dgm:t>
        <a:bodyPr/>
        <a:lstStyle/>
        <a:p>
          <a:endParaRPr lang="en-US"/>
        </a:p>
      </dgm:t>
    </dgm:pt>
    <dgm:pt modelId="{E6B9CC94-0455-459C-A26A-8DF593955F94}" type="sibTrans" cxnId="{3F380EB8-D5C6-4129-B6EA-4358F41B5E8E}">
      <dgm:prSet/>
      <dgm:spPr/>
      <dgm:t>
        <a:bodyPr/>
        <a:lstStyle/>
        <a:p>
          <a:endParaRPr lang="en-US"/>
        </a:p>
      </dgm:t>
    </dgm:pt>
    <dgm:pt modelId="{089BE122-1322-4BB1-B1C7-D733AA4F3471}">
      <dgm:prSet/>
      <dgm:spPr/>
      <dgm:t>
        <a:bodyPr/>
        <a:lstStyle/>
        <a:p>
          <a:pPr>
            <a:defRPr b="1"/>
          </a:pPr>
          <a:r>
            <a:rPr lang="en-US"/>
            <a:t>Dataset Split:</a:t>
          </a:r>
        </a:p>
      </dgm:t>
    </dgm:pt>
    <dgm:pt modelId="{04B6AB1A-803A-40AB-B6C6-7C95B690889D}" type="parTrans" cxnId="{C0D1B14D-103F-42E1-9FAA-6BE51A82D26D}">
      <dgm:prSet/>
      <dgm:spPr/>
      <dgm:t>
        <a:bodyPr/>
        <a:lstStyle/>
        <a:p>
          <a:endParaRPr lang="en-US"/>
        </a:p>
      </dgm:t>
    </dgm:pt>
    <dgm:pt modelId="{09D3C422-F90B-46A2-9D68-152A3150A791}" type="sibTrans" cxnId="{C0D1B14D-103F-42E1-9FAA-6BE51A82D26D}">
      <dgm:prSet/>
      <dgm:spPr/>
      <dgm:t>
        <a:bodyPr/>
        <a:lstStyle/>
        <a:p>
          <a:endParaRPr lang="en-US"/>
        </a:p>
      </dgm:t>
    </dgm:pt>
    <dgm:pt modelId="{4534A395-4F00-43B4-9CCD-0C493DB58C22}">
      <dgm:prSet/>
      <dgm:spPr/>
      <dgm:t>
        <a:bodyPr/>
        <a:lstStyle/>
        <a:p>
          <a:r>
            <a:rPr lang="en-US"/>
            <a:t>training (60%)</a:t>
          </a:r>
        </a:p>
      </dgm:t>
    </dgm:pt>
    <dgm:pt modelId="{954D723B-CBC1-439B-9109-D104B254EFC9}" type="parTrans" cxnId="{5EF1EC6B-6ECC-4797-99FA-DFB75AF1693F}">
      <dgm:prSet/>
      <dgm:spPr/>
      <dgm:t>
        <a:bodyPr/>
        <a:lstStyle/>
        <a:p>
          <a:endParaRPr lang="en-US"/>
        </a:p>
      </dgm:t>
    </dgm:pt>
    <dgm:pt modelId="{3689A63F-A002-4AC4-9ED5-358EFCF2FF58}" type="sibTrans" cxnId="{5EF1EC6B-6ECC-4797-99FA-DFB75AF1693F}">
      <dgm:prSet/>
      <dgm:spPr/>
      <dgm:t>
        <a:bodyPr/>
        <a:lstStyle/>
        <a:p>
          <a:endParaRPr lang="en-US"/>
        </a:p>
      </dgm:t>
    </dgm:pt>
    <dgm:pt modelId="{DF35CB27-CC0E-479C-BC53-FE5F5F522770}">
      <dgm:prSet/>
      <dgm:spPr/>
      <dgm:t>
        <a:bodyPr/>
        <a:lstStyle/>
        <a:p>
          <a:r>
            <a:rPr lang="en-US"/>
            <a:t>validation(20%) </a:t>
          </a:r>
        </a:p>
      </dgm:t>
    </dgm:pt>
    <dgm:pt modelId="{4B63FA2A-145F-4A13-AB6C-FC171BD7CBEB}" type="parTrans" cxnId="{C59237C5-CA24-458A-B0A0-FB4C23B5F22F}">
      <dgm:prSet/>
      <dgm:spPr/>
      <dgm:t>
        <a:bodyPr/>
        <a:lstStyle/>
        <a:p>
          <a:endParaRPr lang="en-US"/>
        </a:p>
      </dgm:t>
    </dgm:pt>
    <dgm:pt modelId="{1D970F4E-9EF7-4097-8E33-D6D66C0B59CD}" type="sibTrans" cxnId="{C59237C5-CA24-458A-B0A0-FB4C23B5F22F}">
      <dgm:prSet/>
      <dgm:spPr/>
      <dgm:t>
        <a:bodyPr/>
        <a:lstStyle/>
        <a:p>
          <a:endParaRPr lang="en-US"/>
        </a:p>
      </dgm:t>
    </dgm:pt>
    <dgm:pt modelId="{DFA3739E-069B-44D6-8326-0C4426623F46}">
      <dgm:prSet/>
      <dgm:spPr/>
      <dgm:t>
        <a:bodyPr/>
        <a:lstStyle/>
        <a:p>
          <a:r>
            <a:rPr lang="en-US"/>
            <a:t>testing (20%) </a:t>
          </a:r>
        </a:p>
      </dgm:t>
    </dgm:pt>
    <dgm:pt modelId="{F387ACC9-CBD8-4E5A-8631-5B39E9AB06A5}" type="parTrans" cxnId="{9F76AE79-6939-48F4-A270-918F1826D4DC}">
      <dgm:prSet/>
      <dgm:spPr/>
      <dgm:t>
        <a:bodyPr/>
        <a:lstStyle/>
        <a:p>
          <a:endParaRPr lang="en-US"/>
        </a:p>
      </dgm:t>
    </dgm:pt>
    <dgm:pt modelId="{78FC98A1-FCA4-4EC7-B8EA-94C59E78C2BB}" type="sibTrans" cxnId="{9F76AE79-6939-48F4-A270-918F1826D4DC}">
      <dgm:prSet/>
      <dgm:spPr/>
      <dgm:t>
        <a:bodyPr/>
        <a:lstStyle/>
        <a:p>
          <a:endParaRPr lang="en-US"/>
        </a:p>
      </dgm:t>
    </dgm:pt>
    <dgm:pt modelId="{642C44EA-E60C-4823-9F99-619A6F6A640D}">
      <dgm:prSet/>
      <dgm:spPr/>
      <dgm:t>
        <a:bodyPr/>
        <a:lstStyle/>
        <a:p>
          <a:pPr>
            <a:defRPr b="1"/>
          </a:pPr>
          <a:r>
            <a:rPr lang="en-US"/>
            <a:t>Evaluation Metrices:</a:t>
          </a:r>
        </a:p>
      </dgm:t>
    </dgm:pt>
    <dgm:pt modelId="{C311B0F3-8776-428E-A14C-60E8C80E2FA3}" type="parTrans" cxnId="{C4A02DF1-67DC-4449-AC95-0BD96ADE3EC0}">
      <dgm:prSet/>
      <dgm:spPr/>
      <dgm:t>
        <a:bodyPr/>
        <a:lstStyle/>
        <a:p>
          <a:endParaRPr lang="en-US"/>
        </a:p>
      </dgm:t>
    </dgm:pt>
    <dgm:pt modelId="{3D8934D4-AC91-47BD-A3B6-5288A07FAC85}" type="sibTrans" cxnId="{C4A02DF1-67DC-4449-AC95-0BD96ADE3EC0}">
      <dgm:prSet/>
      <dgm:spPr/>
      <dgm:t>
        <a:bodyPr/>
        <a:lstStyle/>
        <a:p>
          <a:endParaRPr lang="en-US"/>
        </a:p>
      </dgm:t>
    </dgm:pt>
    <dgm:pt modelId="{AAFE6C6B-318C-40C4-A97A-EE94F6487CD1}">
      <dgm:prSet/>
      <dgm:spPr/>
      <dgm:t>
        <a:bodyPr/>
        <a:lstStyle/>
        <a:p>
          <a:r>
            <a:rPr lang="en-US"/>
            <a:t>Accuracy</a:t>
          </a:r>
        </a:p>
      </dgm:t>
    </dgm:pt>
    <dgm:pt modelId="{C493F5F3-6641-4CE9-8060-9B675D66C7D8}" type="parTrans" cxnId="{835F938E-A348-4A1E-9E04-B76250D59B42}">
      <dgm:prSet/>
      <dgm:spPr/>
      <dgm:t>
        <a:bodyPr/>
        <a:lstStyle/>
        <a:p>
          <a:endParaRPr lang="en-US"/>
        </a:p>
      </dgm:t>
    </dgm:pt>
    <dgm:pt modelId="{7D2776A9-0D41-4DEB-AB65-695CF7A7A93B}" type="sibTrans" cxnId="{835F938E-A348-4A1E-9E04-B76250D59B42}">
      <dgm:prSet/>
      <dgm:spPr/>
      <dgm:t>
        <a:bodyPr/>
        <a:lstStyle/>
        <a:p>
          <a:endParaRPr lang="en-US"/>
        </a:p>
      </dgm:t>
    </dgm:pt>
    <dgm:pt modelId="{2EFD9F71-1897-479A-A6AE-7BBC0F6FEF24}">
      <dgm:prSet/>
      <dgm:spPr/>
      <dgm:t>
        <a:bodyPr/>
        <a:lstStyle/>
        <a:p>
          <a:r>
            <a:rPr lang="en-US"/>
            <a:t>F1-score</a:t>
          </a:r>
        </a:p>
      </dgm:t>
    </dgm:pt>
    <dgm:pt modelId="{ED10BEC2-C147-47A5-91B0-BF5C6DE44666}" type="parTrans" cxnId="{A445FA40-2FF2-4C8D-95DD-B87A6E168AC9}">
      <dgm:prSet/>
      <dgm:spPr/>
      <dgm:t>
        <a:bodyPr/>
        <a:lstStyle/>
        <a:p>
          <a:endParaRPr lang="en-US"/>
        </a:p>
      </dgm:t>
    </dgm:pt>
    <dgm:pt modelId="{62D61015-E412-43FD-960E-2C4B3A626AA3}" type="sibTrans" cxnId="{A445FA40-2FF2-4C8D-95DD-B87A6E168AC9}">
      <dgm:prSet/>
      <dgm:spPr/>
      <dgm:t>
        <a:bodyPr/>
        <a:lstStyle/>
        <a:p>
          <a:endParaRPr lang="en-US"/>
        </a:p>
      </dgm:t>
    </dgm:pt>
    <dgm:pt modelId="{809B4735-8958-48AC-BBA7-B6B989C6FCA0}">
      <dgm:prSet/>
      <dgm:spPr/>
      <dgm:t>
        <a:bodyPr/>
        <a:lstStyle/>
        <a:p>
          <a:r>
            <a:rPr lang="en-US"/>
            <a:t>Precision</a:t>
          </a:r>
        </a:p>
      </dgm:t>
    </dgm:pt>
    <dgm:pt modelId="{74E143F7-5076-4D13-8B2C-9A5BBF25335A}" type="parTrans" cxnId="{ED6CF4C7-2C29-4FDC-BC66-93C575202B22}">
      <dgm:prSet/>
      <dgm:spPr/>
      <dgm:t>
        <a:bodyPr/>
        <a:lstStyle/>
        <a:p>
          <a:endParaRPr lang="en-US"/>
        </a:p>
      </dgm:t>
    </dgm:pt>
    <dgm:pt modelId="{2C5673CB-74D5-4A1E-A535-677F30F036CD}" type="sibTrans" cxnId="{ED6CF4C7-2C29-4FDC-BC66-93C575202B22}">
      <dgm:prSet/>
      <dgm:spPr/>
      <dgm:t>
        <a:bodyPr/>
        <a:lstStyle/>
        <a:p>
          <a:endParaRPr lang="en-US"/>
        </a:p>
      </dgm:t>
    </dgm:pt>
    <dgm:pt modelId="{5078DCF6-76B1-4C61-B863-0C74CE0AB34B}">
      <dgm:prSet/>
      <dgm:spPr/>
      <dgm:t>
        <a:bodyPr/>
        <a:lstStyle/>
        <a:p>
          <a:r>
            <a:rPr lang="en-US"/>
            <a:t>Recall</a:t>
          </a:r>
        </a:p>
      </dgm:t>
    </dgm:pt>
    <dgm:pt modelId="{08C551C4-4A60-444F-874F-DC0414940ADA}" type="parTrans" cxnId="{F0DDBCB8-5B85-40A8-83C8-F5C713D37986}">
      <dgm:prSet/>
      <dgm:spPr/>
      <dgm:t>
        <a:bodyPr/>
        <a:lstStyle/>
        <a:p>
          <a:endParaRPr lang="en-US"/>
        </a:p>
      </dgm:t>
    </dgm:pt>
    <dgm:pt modelId="{47A891F7-4F7C-41D8-B57A-46A242A5BBDB}" type="sibTrans" cxnId="{F0DDBCB8-5B85-40A8-83C8-F5C713D37986}">
      <dgm:prSet/>
      <dgm:spPr/>
      <dgm:t>
        <a:bodyPr/>
        <a:lstStyle/>
        <a:p>
          <a:endParaRPr lang="en-US"/>
        </a:p>
      </dgm:t>
    </dgm:pt>
    <dgm:pt modelId="{2904BBB2-F189-48B4-A36B-1868DC9B83A1}" type="pres">
      <dgm:prSet presAssocID="{EBB3A86D-77ED-438F-9D3C-482F88A6690F}" presName="root" presStyleCnt="0">
        <dgm:presLayoutVars>
          <dgm:dir/>
          <dgm:resizeHandles val="exact"/>
        </dgm:presLayoutVars>
      </dgm:prSet>
      <dgm:spPr/>
    </dgm:pt>
    <dgm:pt modelId="{7DA583E8-214C-48BC-86E4-2029EED2F30D}" type="pres">
      <dgm:prSet presAssocID="{6FEF32F4-63A5-4916-BC51-D22252F46212}" presName="compNode" presStyleCnt="0"/>
      <dgm:spPr/>
    </dgm:pt>
    <dgm:pt modelId="{1F3E30F3-3835-4C3D-98EE-8300AD841FCE}" type="pres">
      <dgm:prSet presAssocID="{6FEF32F4-63A5-4916-BC51-D22252F46212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595A7BB8-CD99-449B-A167-2212845B3908}" type="pres">
      <dgm:prSet presAssocID="{6FEF32F4-63A5-4916-BC51-D22252F46212}" presName="iconSpace" presStyleCnt="0"/>
      <dgm:spPr/>
    </dgm:pt>
    <dgm:pt modelId="{80EDDF5B-1051-4305-B627-FA33C38A314E}" type="pres">
      <dgm:prSet presAssocID="{6FEF32F4-63A5-4916-BC51-D22252F46212}" presName="parTx" presStyleLbl="revTx" presStyleIdx="0" presStyleCnt="6">
        <dgm:presLayoutVars>
          <dgm:chMax val="0"/>
          <dgm:chPref val="0"/>
        </dgm:presLayoutVars>
      </dgm:prSet>
      <dgm:spPr/>
    </dgm:pt>
    <dgm:pt modelId="{2462F328-DD25-4947-BE41-E0F14FD9DD2E}" type="pres">
      <dgm:prSet presAssocID="{6FEF32F4-63A5-4916-BC51-D22252F46212}" presName="txSpace" presStyleCnt="0"/>
      <dgm:spPr/>
    </dgm:pt>
    <dgm:pt modelId="{8FE25880-5F2A-4D99-8EF9-B07F2A0C421B}" type="pres">
      <dgm:prSet presAssocID="{6FEF32F4-63A5-4916-BC51-D22252F46212}" presName="desTx" presStyleLbl="revTx" presStyleIdx="1" presStyleCnt="6">
        <dgm:presLayoutVars/>
      </dgm:prSet>
      <dgm:spPr/>
    </dgm:pt>
    <dgm:pt modelId="{3566CA20-78F3-4B13-9B45-28AB0285457D}" type="pres">
      <dgm:prSet presAssocID="{04E4D12D-6A90-4BE8-B46A-152D980E9195}" presName="sibTrans" presStyleCnt="0"/>
      <dgm:spPr/>
    </dgm:pt>
    <dgm:pt modelId="{7BEB975B-0A3C-47FC-ABFA-364ECBF50FAB}" type="pres">
      <dgm:prSet presAssocID="{089BE122-1322-4BB1-B1C7-D733AA4F3471}" presName="compNode" presStyleCnt="0"/>
      <dgm:spPr/>
    </dgm:pt>
    <dgm:pt modelId="{4128C9B8-724A-4C7C-9C33-C005DDB5F282}" type="pres">
      <dgm:prSet presAssocID="{089BE122-1322-4BB1-B1C7-D733AA4F3471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eb Design"/>
        </a:ext>
      </dgm:extLst>
    </dgm:pt>
    <dgm:pt modelId="{67B5A88F-5029-4A9B-8F14-C5CBFB93FD78}" type="pres">
      <dgm:prSet presAssocID="{089BE122-1322-4BB1-B1C7-D733AA4F3471}" presName="iconSpace" presStyleCnt="0"/>
      <dgm:spPr/>
    </dgm:pt>
    <dgm:pt modelId="{C57DF629-ED43-46C6-8D97-D392A988C7BA}" type="pres">
      <dgm:prSet presAssocID="{089BE122-1322-4BB1-B1C7-D733AA4F3471}" presName="parTx" presStyleLbl="revTx" presStyleIdx="2" presStyleCnt="6">
        <dgm:presLayoutVars>
          <dgm:chMax val="0"/>
          <dgm:chPref val="0"/>
        </dgm:presLayoutVars>
      </dgm:prSet>
      <dgm:spPr/>
    </dgm:pt>
    <dgm:pt modelId="{46FBEF88-F62A-4076-AABD-B3BE9EDBA557}" type="pres">
      <dgm:prSet presAssocID="{089BE122-1322-4BB1-B1C7-D733AA4F3471}" presName="txSpace" presStyleCnt="0"/>
      <dgm:spPr/>
    </dgm:pt>
    <dgm:pt modelId="{B8A533AA-B78D-4D49-ADDD-799DE44BD2C3}" type="pres">
      <dgm:prSet presAssocID="{089BE122-1322-4BB1-B1C7-D733AA4F3471}" presName="desTx" presStyleLbl="revTx" presStyleIdx="3" presStyleCnt="6">
        <dgm:presLayoutVars/>
      </dgm:prSet>
      <dgm:spPr/>
    </dgm:pt>
    <dgm:pt modelId="{B41BD23A-E237-4744-94E5-454292135206}" type="pres">
      <dgm:prSet presAssocID="{09D3C422-F90B-46A2-9D68-152A3150A791}" presName="sibTrans" presStyleCnt="0"/>
      <dgm:spPr/>
    </dgm:pt>
    <dgm:pt modelId="{794D5419-FE60-4C9F-8A3F-94628828D944}" type="pres">
      <dgm:prSet presAssocID="{642C44EA-E60C-4823-9F99-619A6F6A640D}" presName="compNode" presStyleCnt="0"/>
      <dgm:spPr/>
    </dgm:pt>
    <dgm:pt modelId="{3C61A777-EE2B-4DE1-9CCD-19806FE465A0}" type="pres">
      <dgm:prSet presAssocID="{642C44EA-E60C-4823-9F99-619A6F6A640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B2E7C7F8-82F8-4C51-B50C-C4B930A15D2A}" type="pres">
      <dgm:prSet presAssocID="{642C44EA-E60C-4823-9F99-619A6F6A640D}" presName="iconSpace" presStyleCnt="0"/>
      <dgm:spPr/>
    </dgm:pt>
    <dgm:pt modelId="{BCC9BE0C-89A1-4851-8CFB-22A8507301F0}" type="pres">
      <dgm:prSet presAssocID="{642C44EA-E60C-4823-9F99-619A6F6A640D}" presName="parTx" presStyleLbl="revTx" presStyleIdx="4" presStyleCnt="6">
        <dgm:presLayoutVars>
          <dgm:chMax val="0"/>
          <dgm:chPref val="0"/>
        </dgm:presLayoutVars>
      </dgm:prSet>
      <dgm:spPr/>
    </dgm:pt>
    <dgm:pt modelId="{26612F3B-527B-4509-B79A-2AB8A9371E12}" type="pres">
      <dgm:prSet presAssocID="{642C44EA-E60C-4823-9F99-619A6F6A640D}" presName="txSpace" presStyleCnt="0"/>
      <dgm:spPr/>
    </dgm:pt>
    <dgm:pt modelId="{5CE1D11A-9CA5-4A3C-920A-C9B290142FF0}" type="pres">
      <dgm:prSet presAssocID="{642C44EA-E60C-4823-9F99-619A6F6A640D}" presName="desTx" presStyleLbl="revTx" presStyleIdx="5" presStyleCnt="6">
        <dgm:presLayoutVars/>
      </dgm:prSet>
      <dgm:spPr/>
    </dgm:pt>
  </dgm:ptLst>
  <dgm:cxnLst>
    <dgm:cxn modelId="{7BC89007-EE49-4A30-BCFB-1CBE259E3B0A}" type="presOf" srcId="{2EFD9F71-1897-479A-A6AE-7BBC0F6FEF24}" destId="{5CE1D11A-9CA5-4A3C-920A-C9B290142FF0}" srcOrd="0" destOrd="1" presId="urn:microsoft.com/office/officeart/2018/2/layout/IconLabelDescriptionList"/>
    <dgm:cxn modelId="{CCE88808-5096-49AE-8D35-3A74B76E89C3}" type="presOf" srcId="{EBB3A86D-77ED-438F-9D3C-482F88A6690F}" destId="{2904BBB2-F189-48B4-A36B-1868DC9B83A1}" srcOrd="0" destOrd="0" presId="urn:microsoft.com/office/officeart/2018/2/layout/IconLabelDescriptionList"/>
    <dgm:cxn modelId="{C644570C-A3BF-4A61-AB03-071152F99EC6}" type="presOf" srcId="{5235F848-17CD-437D-9133-90DBF44CA125}" destId="{8FE25880-5F2A-4D99-8EF9-B07F2A0C421B}" srcOrd="0" destOrd="2" presId="urn:microsoft.com/office/officeart/2018/2/layout/IconLabelDescriptionList"/>
    <dgm:cxn modelId="{9B8FE621-4E62-47E3-9DA4-4E3D49EAA9A7}" type="presOf" srcId="{5B33D313-1A89-4A08-8C2B-A2396213E7B2}" destId="{8FE25880-5F2A-4D99-8EF9-B07F2A0C421B}" srcOrd="0" destOrd="0" presId="urn:microsoft.com/office/officeart/2018/2/layout/IconLabelDescriptionList"/>
    <dgm:cxn modelId="{A445FA40-2FF2-4C8D-95DD-B87A6E168AC9}" srcId="{642C44EA-E60C-4823-9F99-619A6F6A640D}" destId="{2EFD9F71-1897-479A-A6AE-7BBC0F6FEF24}" srcOrd="1" destOrd="0" parTransId="{ED10BEC2-C147-47A5-91B0-BF5C6DE44666}" sibTransId="{62D61015-E412-43FD-960E-2C4B3A626AA3}"/>
    <dgm:cxn modelId="{39C15C64-F4A4-4006-9DB6-4EA49C2FAB2A}" srcId="{6FEF32F4-63A5-4916-BC51-D22252F46212}" destId="{5B33D313-1A89-4A08-8C2B-A2396213E7B2}" srcOrd="0" destOrd="0" parTransId="{D184603B-450C-4213-BB70-154540F98151}" sibTransId="{4E8C0054-CA8D-4F0D-8A98-218CAB700F4F}"/>
    <dgm:cxn modelId="{A4D7C744-5F71-4E1B-8357-8AEE809C1300}" type="presOf" srcId="{5078DCF6-76B1-4C61-B863-0C74CE0AB34B}" destId="{5CE1D11A-9CA5-4A3C-920A-C9B290142FF0}" srcOrd="0" destOrd="3" presId="urn:microsoft.com/office/officeart/2018/2/layout/IconLabelDescriptionList"/>
    <dgm:cxn modelId="{461B6F65-4187-4033-BC31-6C81AE5C71B6}" srcId="{6FEF32F4-63A5-4916-BC51-D22252F46212}" destId="{CAD35F33-A885-427F-B81D-E43CF7935A00}" srcOrd="1" destOrd="0" parTransId="{64311603-DF61-45A8-A781-117758797297}" sibTransId="{2B307E6A-1C7C-4F99-B30F-42614B3EF6FC}"/>
    <dgm:cxn modelId="{5EF1EC6B-6ECC-4797-99FA-DFB75AF1693F}" srcId="{089BE122-1322-4BB1-B1C7-D733AA4F3471}" destId="{4534A395-4F00-43B4-9CCD-0C493DB58C22}" srcOrd="0" destOrd="0" parTransId="{954D723B-CBC1-439B-9109-D104B254EFC9}" sibTransId="{3689A63F-A002-4AC4-9ED5-358EFCF2FF58}"/>
    <dgm:cxn modelId="{2AC4484C-4CAD-461B-9324-E51B8B6C7DE1}" type="presOf" srcId="{CAD35F33-A885-427F-B81D-E43CF7935A00}" destId="{8FE25880-5F2A-4D99-8EF9-B07F2A0C421B}" srcOrd="0" destOrd="1" presId="urn:microsoft.com/office/officeart/2018/2/layout/IconLabelDescriptionList"/>
    <dgm:cxn modelId="{C0D1B14D-103F-42E1-9FAA-6BE51A82D26D}" srcId="{EBB3A86D-77ED-438F-9D3C-482F88A6690F}" destId="{089BE122-1322-4BB1-B1C7-D733AA4F3471}" srcOrd="1" destOrd="0" parTransId="{04B6AB1A-803A-40AB-B6C6-7C95B690889D}" sibTransId="{09D3C422-F90B-46A2-9D68-152A3150A791}"/>
    <dgm:cxn modelId="{9F76AE79-6939-48F4-A270-918F1826D4DC}" srcId="{089BE122-1322-4BB1-B1C7-D733AA4F3471}" destId="{DFA3739E-069B-44D6-8326-0C4426623F46}" srcOrd="2" destOrd="0" parTransId="{F387ACC9-CBD8-4E5A-8631-5B39E9AB06A5}" sibTransId="{78FC98A1-FCA4-4EC7-B8EA-94C59E78C2BB}"/>
    <dgm:cxn modelId="{835F938E-A348-4A1E-9E04-B76250D59B42}" srcId="{642C44EA-E60C-4823-9F99-619A6F6A640D}" destId="{AAFE6C6B-318C-40C4-A97A-EE94F6487CD1}" srcOrd="0" destOrd="0" parTransId="{C493F5F3-6641-4CE9-8060-9B675D66C7D8}" sibTransId="{7D2776A9-0D41-4DEB-AB65-695CF7A7A93B}"/>
    <dgm:cxn modelId="{519A548F-FE29-438C-B061-1A606CA65F68}" type="presOf" srcId="{089BE122-1322-4BB1-B1C7-D733AA4F3471}" destId="{C57DF629-ED43-46C6-8D97-D392A988C7BA}" srcOrd="0" destOrd="0" presId="urn:microsoft.com/office/officeart/2018/2/layout/IconLabelDescriptionList"/>
    <dgm:cxn modelId="{A4B4FC97-5320-4ED3-B488-65AF1082421C}" srcId="{EBB3A86D-77ED-438F-9D3C-482F88A6690F}" destId="{6FEF32F4-63A5-4916-BC51-D22252F46212}" srcOrd="0" destOrd="0" parTransId="{7D1E098C-677C-4999-9B85-17DBC838A534}" sibTransId="{04E4D12D-6A90-4BE8-B46A-152D980E9195}"/>
    <dgm:cxn modelId="{68FCCD9A-C846-457E-A6D9-67137B9E5EBC}" type="presOf" srcId="{809B4735-8958-48AC-BBA7-B6B989C6FCA0}" destId="{5CE1D11A-9CA5-4A3C-920A-C9B290142FF0}" srcOrd="0" destOrd="2" presId="urn:microsoft.com/office/officeart/2018/2/layout/IconLabelDescriptionList"/>
    <dgm:cxn modelId="{4AB88BA2-8477-43A0-AD17-23D1055BA544}" type="presOf" srcId="{AAFE6C6B-318C-40C4-A97A-EE94F6487CD1}" destId="{5CE1D11A-9CA5-4A3C-920A-C9B290142FF0}" srcOrd="0" destOrd="0" presId="urn:microsoft.com/office/officeart/2018/2/layout/IconLabelDescriptionList"/>
    <dgm:cxn modelId="{3F380EB8-D5C6-4129-B6EA-4358F41B5E8E}" srcId="{6FEF32F4-63A5-4916-BC51-D22252F46212}" destId="{5235F848-17CD-437D-9133-90DBF44CA125}" srcOrd="2" destOrd="0" parTransId="{9E6F9D3A-CD9B-4100-8B25-E6A2F6D5DA56}" sibTransId="{E6B9CC94-0455-459C-A26A-8DF593955F94}"/>
    <dgm:cxn modelId="{F0DDBCB8-5B85-40A8-83C8-F5C713D37986}" srcId="{642C44EA-E60C-4823-9F99-619A6F6A640D}" destId="{5078DCF6-76B1-4C61-B863-0C74CE0AB34B}" srcOrd="3" destOrd="0" parTransId="{08C551C4-4A60-444F-874F-DC0414940ADA}" sibTransId="{47A891F7-4F7C-41D8-B57A-46A242A5BBDB}"/>
    <dgm:cxn modelId="{B67775BD-D604-4332-A965-1FCB37A825FA}" type="presOf" srcId="{DF35CB27-CC0E-479C-BC53-FE5F5F522770}" destId="{B8A533AA-B78D-4D49-ADDD-799DE44BD2C3}" srcOrd="0" destOrd="1" presId="urn:microsoft.com/office/officeart/2018/2/layout/IconLabelDescriptionList"/>
    <dgm:cxn modelId="{C7C653BE-428C-44A6-BB13-00B1EB615A8A}" type="presOf" srcId="{6FEF32F4-63A5-4916-BC51-D22252F46212}" destId="{80EDDF5B-1051-4305-B627-FA33C38A314E}" srcOrd="0" destOrd="0" presId="urn:microsoft.com/office/officeart/2018/2/layout/IconLabelDescriptionList"/>
    <dgm:cxn modelId="{C59237C5-CA24-458A-B0A0-FB4C23B5F22F}" srcId="{089BE122-1322-4BB1-B1C7-D733AA4F3471}" destId="{DF35CB27-CC0E-479C-BC53-FE5F5F522770}" srcOrd="1" destOrd="0" parTransId="{4B63FA2A-145F-4A13-AB6C-FC171BD7CBEB}" sibTransId="{1D970F4E-9EF7-4097-8E33-D6D66C0B59CD}"/>
    <dgm:cxn modelId="{ED6CF4C7-2C29-4FDC-BC66-93C575202B22}" srcId="{642C44EA-E60C-4823-9F99-619A6F6A640D}" destId="{809B4735-8958-48AC-BBA7-B6B989C6FCA0}" srcOrd="2" destOrd="0" parTransId="{74E143F7-5076-4D13-8B2C-9A5BBF25335A}" sibTransId="{2C5673CB-74D5-4A1E-A535-677F30F036CD}"/>
    <dgm:cxn modelId="{00D107CC-F93E-4D0F-859A-356CC796DA5F}" type="presOf" srcId="{642C44EA-E60C-4823-9F99-619A6F6A640D}" destId="{BCC9BE0C-89A1-4851-8CFB-22A8507301F0}" srcOrd="0" destOrd="0" presId="urn:microsoft.com/office/officeart/2018/2/layout/IconLabelDescriptionList"/>
    <dgm:cxn modelId="{1C6A74E6-E496-4468-A8A4-9EBF1AFCF790}" type="presOf" srcId="{DFA3739E-069B-44D6-8326-0C4426623F46}" destId="{B8A533AA-B78D-4D49-ADDD-799DE44BD2C3}" srcOrd="0" destOrd="2" presId="urn:microsoft.com/office/officeart/2018/2/layout/IconLabelDescriptionList"/>
    <dgm:cxn modelId="{D0B149ED-CC29-446D-835C-A735AD2DD80B}" type="presOf" srcId="{4534A395-4F00-43B4-9CCD-0C493DB58C22}" destId="{B8A533AA-B78D-4D49-ADDD-799DE44BD2C3}" srcOrd="0" destOrd="0" presId="urn:microsoft.com/office/officeart/2018/2/layout/IconLabelDescriptionList"/>
    <dgm:cxn modelId="{C4A02DF1-67DC-4449-AC95-0BD96ADE3EC0}" srcId="{EBB3A86D-77ED-438F-9D3C-482F88A6690F}" destId="{642C44EA-E60C-4823-9F99-619A6F6A640D}" srcOrd="2" destOrd="0" parTransId="{C311B0F3-8776-428E-A14C-60E8C80E2FA3}" sibTransId="{3D8934D4-AC91-47BD-A3B6-5288A07FAC85}"/>
    <dgm:cxn modelId="{048B0DC0-F140-498E-A559-CE08FF062124}" type="presParOf" srcId="{2904BBB2-F189-48B4-A36B-1868DC9B83A1}" destId="{7DA583E8-214C-48BC-86E4-2029EED2F30D}" srcOrd="0" destOrd="0" presId="urn:microsoft.com/office/officeart/2018/2/layout/IconLabelDescriptionList"/>
    <dgm:cxn modelId="{E531646C-3992-43F7-A2A4-4FD858F0F771}" type="presParOf" srcId="{7DA583E8-214C-48BC-86E4-2029EED2F30D}" destId="{1F3E30F3-3835-4C3D-98EE-8300AD841FCE}" srcOrd="0" destOrd="0" presId="urn:microsoft.com/office/officeart/2018/2/layout/IconLabelDescriptionList"/>
    <dgm:cxn modelId="{236AE4A0-B309-49DD-AF4C-2AB9D8F2149C}" type="presParOf" srcId="{7DA583E8-214C-48BC-86E4-2029EED2F30D}" destId="{595A7BB8-CD99-449B-A167-2212845B3908}" srcOrd="1" destOrd="0" presId="urn:microsoft.com/office/officeart/2018/2/layout/IconLabelDescriptionList"/>
    <dgm:cxn modelId="{B0A784AC-002C-4C27-92F9-775F86207352}" type="presParOf" srcId="{7DA583E8-214C-48BC-86E4-2029EED2F30D}" destId="{80EDDF5B-1051-4305-B627-FA33C38A314E}" srcOrd="2" destOrd="0" presId="urn:microsoft.com/office/officeart/2018/2/layout/IconLabelDescriptionList"/>
    <dgm:cxn modelId="{427BD767-6293-4635-9A0A-FEDA16B3C13C}" type="presParOf" srcId="{7DA583E8-214C-48BC-86E4-2029EED2F30D}" destId="{2462F328-DD25-4947-BE41-E0F14FD9DD2E}" srcOrd="3" destOrd="0" presId="urn:microsoft.com/office/officeart/2018/2/layout/IconLabelDescriptionList"/>
    <dgm:cxn modelId="{322DE400-0701-494F-B061-8345EB437942}" type="presParOf" srcId="{7DA583E8-214C-48BC-86E4-2029EED2F30D}" destId="{8FE25880-5F2A-4D99-8EF9-B07F2A0C421B}" srcOrd="4" destOrd="0" presId="urn:microsoft.com/office/officeart/2018/2/layout/IconLabelDescriptionList"/>
    <dgm:cxn modelId="{C1657676-FFDC-48F9-979E-BCC7B72E7D23}" type="presParOf" srcId="{2904BBB2-F189-48B4-A36B-1868DC9B83A1}" destId="{3566CA20-78F3-4B13-9B45-28AB0285457D}" srcOrd="1" destOrd="0" presId="urn:microsoft.com/office/officeart/2018/2/layout/IconLabelDescriptionList"/>
    <dgm:cxn modelId="{31740168-0D7A-4778-BB3D-77FE735C40AD}" type="presParOf" srcId="{2904BBB2-F189-48B4-A36B-1868DC9B83A1}" destId="{7BEB975B-0A3C-47FC-ABFA-364ECBF50FAB}" srcOrd="2" destOrd="0" presId="urn:microsoft.com/office/officeart/2018/2/layout/IconLabelDescriptionList"/>
    <dgm:cxn modelId="{5D506703-CA29-482A-B4D0-F5F7D91DD55D}" type="presParOf" srcId="{7BEB975B-0A3C-47FC-ABFA-364ECBF50FAB}" destId="{4128C9B8-724A-4C7C-9C33-C005DDB5F282}" srcOrd="0" destOrd="0" presId="urn:microsoft.com/office/officeart/2018/2/layout/IconLabelDescriptionList"/>
    <dgm:cxn modelId="{2D429B18-FB63-4B04-8D85-E5238E44F0AC}" type="presParOf" srcId="{7BEB975B-0A3C-47FC-ABFA-364ECBF50FAB}" destId="{67B5A88F-5029-4A9B-8F14-C5CBFB93FD78}" srcOrd="1" destOrd="0" presId="urn:microsoft.com/office/officeart/2018/2/layout/IconLabelDescriptionList"/>
    <dgm:cxn modelId="{332C1BE5-3F33-410B-BDF5-F5872A29647E}" type="presParOf" srcId="{7BEB975B-0A3C-47FC-ABFA-364ECBF50FAB}" destId="{C57DF629-ED43-46C6-8D97-D392A988C7BA}" srcOrd="2" destOrd="0" presId="urn:microsoft.com/office/officeart/2018/2/layout/IconLabelDescriptionList"/>
    <dgm:cxn modelId="{A00E661F-DE1E-42C7-99A4-50B626C07A4C}" type="presParOf" srcId="{7BEB975B-0A3C-47FC-ABFA-364ECBF50FAB}" destId="{46FBEF88-F62A-4076-AABD-B3BE9EDBA557}" srcOrd="3" destOrd="0" presId="urn:microsoft.com/office/officeart/2018/2/layout/IconLabelDescriptionList"/>
    <dgm:cxn modelId="{C5CE0561-B913-464C-BE80-B9A152B36EC6}" type="presParOf" srcId="{7BEB975B-0A3C-47FC-ABFA-364ECBF50FAB}" destId="{B8A533AA-B78D-4D49-ADDD-799DE44BD2C3}" srcOrd="4" destOrd="0" presId="urn:microsoft.com/office/officeart/2018/2/layout/IconLabelDescriptionList"/>
    <dgm:cxn modelId="{0EBCB3C5-E05A-4175-87F7-F4E4355976CE}" type="presParOf" srcId="{2904BBB2-F189-48B4-A36B-1868DC9B83A1}" destId="{B41BD23A-E237-4744-94E5-454292135206}" srcOrd="3" destOrd="0" presId="urn:microsoft.com/office/officeart/2018/2/layout/IconLabelDescriptionList"/>
    <dgm:cxn modelId="{7F9DD7F4-51D0-4A6D-9991-B68B333F7E67}" type="presParOf" srcId="{2904BBB2-F189-48B4-A36B-1868DC9B83A1}" destId="{794D5419-FE60-4C9F-8A3F-94628828D944}" srcOrd="4" destOrd="0" presId="urn:microsoft.com/office/officeart/2018/2/layout/IconLabelDescriptionList"/>
    <dgm:cxn modelId="{0F727280-ECB7-47D1-94DE-5A50DD8EB7A8}" type="presParOf" srcId="{794D5419-FE60-4C9F-8A3F-94628828D944}" destId="{3C61A777-EE2B-4DE1-9CCD-19806FE465A0}" srcOrd="0" destOrd="0" presId="urn:microsoft.com/office/officeart/2018/2/layout/IconLabelDescriptionList"/>
    <dgm:cxn modelId="{20A13838-BB81-407F-86D1-5C9D318D87C6}" type="presParOf" srcId="{794D5419-FE60-4C9F-8A3F-94628828D944}" destId="{B2E7C7F8-82F8-4C51-B50C-C4B930A15D2A}" srcOrd="1" destOrd="0" presId="urn:microsoft.com/office/officeart/2018/2/layout/IconLabelDescriptionList"/>
    <dgm:cxn modelId="{DE441EA4-DC24-4E78-8464-C7F0765BA9A1}" type="presParOf" srcId="{794D5419-FE60-4C9F-8A3F-94628828D944}" destId="{BCC9BE0C-89A1-4851-8CFB-22A8507301F0}" srcOrd="2" destOrd="0" presId="urn:microsoft.com/office/officeart/2018/2/layout/IconLabelDescriptionList"/>
    <dgm:cxn modelId="{F3F41939-AA8F-4A9B-A6D9-1AB05FE169AC}" type="presParOf" srcId="{794D5419-FE60-4C9F-8A3F-94628828D944}" destId="{26612F3B-527B-4509-B79A-2AB8A9371E12}" srcOrd="3" destOrd="0" presId="urn:microsoft.com/office/officeart/2018/2/layout/IconLabelDescriptionList"/>
    <dgm:cxn modelId="{6A9814F5-6EB2-4760-9359-2326E5DCEEA1}" type="presParOf" srcId="{794D5419-FE60-4C9F-8A3F-94628828D944}" destId="{5CE1D11A-9CA5-4A3C-920A-C9B290142FF0}" srcOrd="4" destOrd="0" presId="urn:microsoft.com/office/officeart/2018/2/layout/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FB5437A-4DB0-47B3-A0BE-E3E0675B32D7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BC53C97A-C19D-4C11-9358-193B37B211E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Enhanced Features</a:t>
          </a:r>
          <a:r>
            <a:rPr lang="en-US"/>
            <a:t>:</a:t>
          </a:r>
        </a:p>
      </dgm:t>
    </dgm:pt>
    <dgm:pt modelId="{354B0818-B827-41BF-8326-BA46AE9DCD6A}" type="parTrans" cxnId="{7AB628E6-9882-47BC-A019-804D859E2E08}">
      <dgm:prSet/>
      <dgm:spPr/>
      <dgm:t>
        <a:bodyPr/>
        <a:lstStyle/>
        <a:p>
          <a:endParaRPr lang="en-US"/>
        </a:p>
      </dgm:t>
    </dgm:pt>
    <dgm:pt modelId="{6F4A12AF-8E58-4FDB-9BE9-1D1C2F287E86}" type="sibTrans" cxnId="{7AB628E6-9882-47BC-A019-804D859E2E08}">
      <dgm:prSet/>
      <dgm:spPr/>
      <dgm:t>
        <a:bodyPr/>
        <a:lstStyle/>
        <a:p>
          <a:endParaRPr lang="en-US"/>
        </a:p>
      </dgm:t>
    </dgm:pt>
    <dgm:pt modelId="{432C5A79-AEA0-494F-B16F-589AFCDD176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Incorporate detailed player stats (e.g., boundary frequency, strike rates at different game stages, performance in high-pressure situations).</a:t>
          </a:r>
        </a:p>
      </dgm:t>
    </dgm:pt>
    <dgm:pt modelId="{AE0CD01E-6E34-4AC8-9A01-0CF3FD3A324F}" type="parTrans" cxnId="{4B5A676F-B10F-4E8B-BD39-0E9D7756BF8A}">
      <dgm:prSet/>
      <dgm:spPr/>
      <dgm:t>
        <a:bodyPr/>
        <a:lstStyle/>
        <a:p>
          <a:endParaRPr lang="en-US"/>
        </a:p>
      </dgm:t>
    </dgm:pt>
    <dgm:pt modelId="{9A0CBEDF-582E-4701-9252-757093F957E9}" type="sibTrans" cxnId="{4B5A676F-B10F-4E8B-BD39-0E9D7756BF8A}">
      <dgm:prSet/>
      <dgm:spPr/>
      <dgm:t>
        <a:bodyPr/>
        <a:lstStyle/>
        <a:p>
          <a:endParaRPr lang="en-US"/>
        </a:p>
      </dgm:t>
    </dgm:pt>
    <dgm:pt modelId="{E95F35A2-DD27-466D-963F-3EE44FE6E3C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Analyze effects of pitch and weather conditions on match outcomes.</a:t>
          </a:r>
        </a:p>
      </dgm:t>
    </dgm:pt>
    <dgm:pt modelId="{B11B1A1F-4FEC-4E3E-8B6E-E801B13AF3C5}" type="parTrans" cxnId="{443F9BF9-C5E8-4774-8B33-04691B886132}">
      <dgm:prSet/>
      <dgm:spPr/>
      <dgm:t>
        <a:bodyPr/>
        <a:lstStyle/>
        <a:p>
          <a:endParaRPr lang="en-US"/>
        </a:p>
      </dgm:t>
    </dgm:pt>
    <dgm:pt modelId="{2ECBACA3-A0B0-4C29-BAFB-9333F4308856}" type="sibTrans" cxnId="{443F9BF9-C5E8-4774-8B33-04691B886132}">
      <dgm:prSet/>
      <dgm:spPr/>
      <dgm:t>
        <a:bodyPr/>
        <a:lstStyle/>
        <a:p>
          <a:endParaRPr lang="en-US"/>
        </a:p>
      </dgm:t>
    </dgm:pt>
    <dgm:pt modelId="{D99BD2B5-5DB5-4F06-BF08-FD5A18C5FDB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Advanced Techniques</a:t>
          </a:r>
          <a:r>
            <a:rPr lang="en-US"/>
            <a:t>:</a:t>
          </a:r>
        </a:p>
      </dgm:t>
    </dgm:pt>
    <dgm:pt modelId="{2023E120-D4E8-46B2-8E63-0629FF88E7E5}" type="parTrans" cxnId="{D0B5024A-F8A0-4E4F-AE5F-00F65D4045C3}">
      <dgm:prSet/>
      <dgm:spPr/>
      <dgm:t>
        <a:bodyPr/>
        <a:lstStyle/>
        <a:p>
          <a:endParaRPr lang="en-US"/>
        </a:p>
      </dgm:t>
    </dgm:pt>
    <dgm:pt modelId="{E43837B2-E3D2-4980-934C-E51A8D1CB00F}" type="sibTrans" cxnId="{D0B5024A-F8A0-4E4F-AE5F-00F65D4045C3}">
      <dgm:prSet/>
      <dgm:spPr/>
      <dgm:t>
        <a:bodyPr/>
        <a:lstStyle/>
        <a:p>
          <a:endParaRPr lang="en-US"/>
        </a:p>
      </dgm:t>
    </dgm:pt>
    <dgm:pt modelId="{95BF3D0E-B0B7-4C28-95C5-4314FBC003A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Explore ensemble methods or deep learning models for capturing complex data relationships.</a:t>
          </a:r>
        </a:p>
      </dgm:t>
    </dgm:pt>
    <dgm:pt modelId="{7B5BC57D-C12C-4181-B516-868AAF05067C}" type="parTrans" cxnId="{921E0476-9FF6-4E4C-916B-98766C962B00}">
      <dgm:prSet/>
      <dgm:spPr/>
      <dgm:t>
        <a:bodyPr/>
        <a:lstStyle/>
        <a:p>
          <a:endParaRPr lang="en-US"/>
        </a:p>
      </dgm:t>
    </dgm:pt>
    <dgm:pt modelId="{F5E3D677-AB25-43D1-BDA3-310188992371}" type="sibTrans" cxnId="{921E0476-9FF6-4E4C-916B-98766C962B00}">
      <dgm:prSet/>
      <dgm:spPr/>
      <dgm:t>
        <a:bodyPr/>
        <a:lstStyle/>
        <a:p>
          <a:endParaRPr lang="en-US"/>
        </a:p>
      </dgm:t>
    </dgm:pt>
    <dgm:pt modelId="{087C4072-C9A4-4163-AE94-E6055FB6A6D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b="1"/>
            <a:t>Temporal Insights</a:t>
          </a:r>
          <a:r>
            <a:rPr lang="en-US"/>
            <a:t>:</a:t>
          </a:r>
        </a:p>
      </dgm:t>
    </dgm:pt>
    <dgm:pt modelId="{3C7CDDA8-ED01-487F-8CDA-33878AFB3024}" type="parTrans" cxnId="{7A4F57DB-6AE2-4AB3-A631-8D8475F39254}">
      <dgm:prSet/>
      <dgm:spPr/>
      <dgm:t>
        <a:bodyPr/>
        <a:lstStyle/>
        <a:p>
          <a:endParaRPr lang="en-US"/>
        </a:p>
      </dgm:t>
    </dgm:pt>
    <dgm:pt modelId="{C73ACBE0-4506-40A0-9E65-68C7F50D0232}" type="sibTrans" cxnId="{7A4F57DB-6AE2-4AB3-A631-8D8475F39254}">
      <dgm:prSet/>
      <dgm:spPr/>
      <dgm:t>
        <a:bodyPr/>
        <a:lstStyle/>
        <a:p>
          <a:endParaRPr lang="en-US"/>
        </a:p>
      </dgm:t>
    </dgm:pt>
    <dgm:pt modelId="{F64B1875-BC69-44DF-AB0C-9547AF61674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Conduct temporal analysis of player performance across different match phases to improve predictive accuracy</a:t>
          </a:r>
        </a:p>
      </dgm:t>
    </dgm:pt>
    <dgm:pt modelId="{863FD839-FA4B-4644-A586-6DC109DF1BCA}" type="parTrans" cxnId="{327DE33E-B7A6-446C-8921-A3B46911DB3C}">
      <dgm:prSet/>
      <dgm:spPr/>
      <dgm:t>
        <a:bodyPr/>
        <a:lstStyle/>
        <a:p>
          <a:endParaRPr lang="en-US"/>
        </a:p>
      </dgm:t>
    </dgm:pt>
    <dgm:pt modelId="{ED4EFAEF-1F5A-49FB-8844-9F26D5751843}" type="sibTrans" cxnId="{327DE33E-B7A6-446C-8921-A3B46911DB3C}">
      <dgm:prSet/>
      <dgm:spPr/>
      <dgm:t>
        <a:bodyPr/>
        <a:lstStyle/>
        <a:p>
          <a:endParaRPr lang="en-US"/>
        </a:p>
      </dgm:t>
    </dgm:pt>
    <dgm:pt modelId="{E4F3B2EF-4965-40D5-B38B-3BC75A8D3219}" type="pres">
      <dgm:prSet presAssocID="{8FB5437A-4DB0-47B3-A0BE-E3E0675B32D7}" presName="root" presStyleCnt="0">
        <dgm:presLayoutVars>
          <dgm:dir/>
          <dgm:resizeHandles val="exact"/>
        </dgm:presLayoutVars>
      </dgm:prSet>
      <dgm:spPr/>
    </dgm:pt>
    <dgm:pt modelId="{D3B3F353-92D1-4F06-83F6-78D4FD22A1E6}" type="pres">
      <dgm:prSet presAssocID="{BC53C97A-C19D-4C11-9358-193B37B211E0}" presName="compNode" presStyleCnt="0"/>
      <dgm:spPr/>
    </dgm:pt>
    <dgm:pt modelId="{38653419-02AB-4A07-B160-217C3905D8F0}" type="pres">
      <dgm:prSet presAssocID="{BC53C97A-C19D-4C11-9358-193B37B211E0}" presName="bgRect" presStyleLbl="bgShp" presStyleIdx="0" presStyleCnt="7"/>
      <dgm:spPr/>
    </dgm:pt>
    <dgm:pt modelId="{BF44289F-6C31-4912-B64F-CE6A849ED2A6}" type="pres">
      <dgm:prSet presAssocID="{BC53C97A-C19D-4C11-9358-193B37B211E0}" presName="iconRect" presStyleLbl="node1" presStyleIdx="0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B39B6DAB-B699-456C-BE79-DD331E6A6117}" type="pres">
      <dgm:prSet presAssocID="{BC53C97A-C19D-4C11-9358-193B37B211E0}" presName="spaceRect" presStyleCnt="0"/>
      <dgm:spPr/>
    </dgm:pt>
    <dgm:pt modelId="{D0DC7DD4-3D56-4DCF-9B59-9C94085FB2BC}" type="pres">
      <dgm:prSet presAssocID="{BC53C97A-C19D-4C11-9358-193B37B211E0}" presName="parTx" presStyleLbl="revTx" presStyleIdx="0" presStyleCnt="7">
        <dgm:presLayoutVars>
          <dgm:chMax val="0"/>
          <dgm:chPref val="0"/>
        </dgm:presLayoutVars>
      </dgm:prSet>
      <dgm:spPr/>
    </dgm:pt>
    <dgm:pt modelId="{1AA4FC4A-D886-40D4-9276-E993BE143C51}" type="pres">
      <dgm:prSet presAssocID="{6F4A12AF-8E58-4FDB-9BE9-1D1C2F287E86}" presName="sibTrans" presStyleCnt="0"/>
      <dgm:spPr/>
    </dgm:pt>
    <dgm:pt modelId="{C0849F4E-5C3A-4B0C-8031-F4207FC9FF07}" type="pres">
      <dgm:prSet presAssocID="{432C5A79-AEA0-494F-B16F-589AFCDD176D}" presName="compNode" presStyleCnt="0"/>
      <dgm:spPr/>
    </dgm:pt>
    <dgm:pt modelId="{868C12FA-CDE9-4E99-8DBF-32EF7E10F098}" type="pres">
      <dgm:prSet presAssocID="{432C5A79-AEA0-494F-B16F-589AFCDD176D}" presName="bgRect" presStyleLbl="bgShp" presStyleIdx="1" presStyleCnt="7"/>
      <dgm:spPr/>
    </dgm:pt>
    <dgm:pt modelId="{E0598568-5C7D-4BB7-9A48-83306BF5E00F}" type="pres">
      <dgm:prSet presAssocID="{432C5A79-AEA0-494F-B16F-589AFCDD176D}" presName="iconRect" presStyleLbl="node1" presStyleIdx="1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seball"/>
        </a:ext>
      </dgm:extLst>
    </dgm:pt>
    <dgm:pt modelId="{6B57D2A6-0EE2-4F5F-B708-7522E6CDB875}" type="pres">
      <dgm:prSet presAssocID="{432C5A79-AEA0-494F-B16F-589AFCDD176D}" presName="spaceRect" presStyleCnt="0"/>
      <dgm:spPr/>
    </dgm:pt>
    <dgm:pt modelId="{E5F7F9CD-7703-41D3-845F-5806FEDD899F}" type="pres">
      <dgm:prSet presAssocID="{432C5A79-AEA0-494F-B16F-589AFCDD176D}" presName="parTx" presStyleLbl="revTx" presStyleIdx="1" presStyleCnt="7">
        <dgm:presLayoutVars>
          <dgm:chMax val="0"/>
          <dgm:chPref val="0"/>
        </dgm:presLayoutVars>
      </dgm:prSet>
      <dgm:spPr/>
    </dgm:pt>
    <dgm:pt modelId="{3941F014-773F-44C8-B568-A662FD8F68F1}" type="pres">
      <dgm:prSet presAssocID="{9A0CBEDF-582E-4701-9252-757093F957E9}" presName="sibTrans" presStyleCnt="0"/>
      <dgm:spPr/>
    </dgm:pt>
    <dgm:pt modelId="{FF24BC34-B42A-4DEC-A043-212456C7D4D0}" type="pres">
      <dgm:prSet presAssocID="{E95F35A2-DD27-466D-963F-3EE44FE6E3C1}" presName="compNode" presStyleCnt="0"/>
      <dgm:spPr/>
    </dgm:pt>
    <dgm:pt modelId="{7D56A3DC-30BE-4B16-B9A5-155525BE0E90}" type="pres">
      <dgm:prSet presAssocID="{E95F35A2-DD27-466D-963F-3EE44FE6E3C1}" presName="bgRect" presStyleLbl="bgShp" presStyleIdx="2" presStyleCnt="7"/>
      <dgm:spPr/>
    </dgm:pt>
    <dgm:pt modelId="{D50123BA-4FFB-43A1-899F-EDD7887F1DCE}" type="pres">
      <dgm:prSet presAssocID="{E95F35A2-DD27-466D-963F-3EE44FE6E3C1}" presName="iconRect" presStyleLbl="node1" presStyleIdx="2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artial Sun"/>
        </a:ext>
      </dgm:extLst>
    </dgm:pt>
    <dgm:pt modelId="{A2277A1B-3BFB-46F8-B75A-61F30DC2F89F}" type="pres">
      <dgm:prSet presAssocID="{E95F35A2-DD27-466D-963F-3EE44FE6E3C1}" presName="spaceRect" presStyleCnt="0"/>
      <dgm:spPr/>
    </dgm:pt>
    <dgm:pt modelId="{0597D1B8-731E-4141-8B38-7C6358B450EB}" type="pres">
      <dgm:prSet presAssocID="{E95F35A2-DD27-466D-963F-3EE44FE6E3C1}" presName="parTx" presStyleLbl="revTx" presStyleIdx="2" presStyleCnt="7">
        <dgm:presLayoutVars>
          <dgm:chMax val="0"/>
          <dgm:chPref val="0"/>
        </dgm:presLayoutVars>
      </dgm:prSet>
      <dgm:spPr/>
    </dgm:pt>
    <dgm:pt modelId="{22958C3C-63D6-4D4A-A081-5CC344537BF1}" type="pres">
      <dgm:prSet presAssocID="{2ECBACA3-A0B0-4C29-BAFB-9333F4308856}" presName="sibTrans" presStyleCnt="0"/>
      <dgm:spPr/>
    </dgm:pt>
    <dgm:pt modelId="{502B80E1-A2C9-444D-8E3D-30A41523A33A}" type="pres">
      <dgm:prSet presAssocID="{D99BD2B5-5DB5-4F06-BF08-FD5A18C5FDB0}" presName="compNode" presStyleCnt="0"/>
      <dgm:spPr/>
    </dgm:pt>
    <dgm:pt modelId="{1707B14E-01F1-42AB-9935-E311110139D0}" type="pres">
      <dgm:prSet presAssocID="{D99BD2B5-5DB5-4F06-BF08-FD5A18C5FDB0}" presName="bgRect" presStyleLbl="bgShp" presStyleIdx="3" presStyleCnt="7"/>
      <dgm:spPr/>
    </dgm:pt>
    <dgm:pt modelId="{D0A9DE02-55AA-4503-ACBA-B2F36B54F075}" type="pres">
      <dgm:prSet presAssocID="{D99BD2B5-5DB5-4F06-BF08-FD5A18C5FDB0}" presName="iconRect" presStyleLbl="node1" presStyleIdx="3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rawl"/>
        </a:ext>
      </dgm:extLst>
    </dgm:pt>
    <dgm:pt modelId="{08EB0F27-567A-410A-A2C4-99BC135C1137}" type="pres">
      <dgm:prSet presAssocID="{D99BD2B5-5DB5-4F06-BF08-FD5A18C5FDB0}" presName="spaceRect" presStyleCnt="0"/>
      <dgm:spPr/>
    </dgm:pt>
    <dgm:pt modelId="{4054881D-B779-459A-BFC6-13532522C392}" type="pres">
      <dgm:prSet presAssocID="{D99BD2B5-5DB5-4F06-BF08-FD5A18C5FDB0}" presName="parTx" presStyleLbl="revTx" presStyleIdx="3" presStyleCnt="7">
        <dgm:presLayoutVars>
          <dgm:chMax val="0"/>
          <dgm:chPref val="0"/>
        </dgm:presLayoutVars>
      </dgm:prSet>
      <dgm:spPr/>
    </dgm:pt>
    <dgm:pt modelId="{E1639A5A-A038-408F-86C6-B5CCFA422BB8}" type="pres">
      <dgm:prSet presAssocID="{E43837B2-E3D2-4980-934C-E51A8D1CB00F}" presName="sibTrans" presStyleCnt="0"/>
      <dgm:spPr/>
    </dgm:pt>
    <dgm:pt modelId="{8951317A-DCE0-469A-B527-01285807B552}" type="pres">
      <dgm:prSet presAssocID="{95BF3D0E-B0B7-4C28-95C5-4314FBC003A2}" presName="compNode" presStyleCnt="0"/>
      <dgm:spPr/>
    </dgm:pt>
    <dgm:pt modelId="{4E99CB62-60AC-455F-800C-9FF9FA3A9C8E}" type="pres">
      <dgm:prSet presAssocID="{95BF3D0E-B0B7-4C28-95C5-4314FBC003A2}" presName="bgRect" presStyleLbl="bgShp" presStyleIdx="4" presStyleCnt="7"/>
      <dgm:spPr/>
    </dgm:pt>
    <dgm:pt modelId="{C1FFFB2E-7A9F-49AC-A963-84734BE9BD07}" type="pres">
      <dgm:prSet presAssocID="{95BF3D0E-B0B7-4C28-95C5-4314FBC003A2}" presName="iconRect" presStyleLbl="node1" presStyleIdx="4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00457B9D-F1D2-4840-B446-015C07351948}" type="pres">
      <dgm:prSet presAssocID="{95BF3D0E-B0B7-4C28-95C5-4314FBC003A2}" presName="spaceRect" presStyleCnt="0"/>
      <dgm:spPr/>
    </dgm:pt>
    <dgm:pt modelId="{1FA3DE61-61A3-46A8-A9F5-ED31A9D2FCC7}" type="pres">
      <dgm:prSet presAssocID="{95BF3D0E-B0B7-4C28-95C5-4314FBC003A2}" presName="parTx" presStyleLbl="revTx" presStyleIdx="4" presStyleCnt="7">
        <dgm:presLayoutVars>
          <dgm:chMax val="0"/>
          <dgm:chPref val="0"/>
        </dgm:presLayoutVars>
      </dgm:prSet>
      <dgm:spPr/>
    </dgm:pt>
    <dgm:pt modelId="{3A3F0540-C75F-4B24-9303-EEE84748F6EB}" type="pres">
      <dgm:prSet presAssocID="{F5E3D677-AB25-43D1-BDA3-310188992371}" presName="sibTrans" presStyleCnt="0"/>
      <dgm:spPr/>
    </dgm:pt>
    <dgm:pt modelId="{3A848B92-AB85-421F-BDDE-D834D3D3E09D}" type="pres">
      <dgm:prSet presAssocID="{087C4072-C9A4-4163-AE94-E6055FB6A6DE}" presName="compNode" presStyleCnt="0"/>
      <dgm:spPr/>
    </dgm:pt>
    <dgm:pt modelId="{F50A0155-D33B-416B-823C-C2221897F486}" type="pres">
      <dgm:prSet presAssocID="{087C4072-C9A4-4163-AE94-E6055FB6A6DE}" presName="bgRect" presStyleLbl="bgShp" presStyleIdx="5" presStyleCnt="7"/>
      <dgm:spPr/>
    </dgm:pt>
    <dgm:pt modelId="{9BA2B5B9-BC6A-48D1-9689-0032D40A4C7E}" type="pres">
      <dgm:prSet presAssocID="{087C4072-C9A4-4163-AE94-E6055FB6A6DE}" presName="iconRect" presStyleLbl="node1" presStyleIdx="5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3EECC99C-2B7B-46F0-931D-5521F1B5C674}" type="pres">
      <dgm:prSet presAssocID="{087C4072-C9A4-4163-AE94-E6055FB6A6DE}" presName="spaceRect" presStyleCnt="0"/>
      <dgm:spPr/>
    </dgm:pt>
    <dgm:pt modelId="{6A2CD349-8CA7-4027-A99A-6AE8395999AE}" type="pres">
      <dgm:prSet presAssocID="{087C4072-C9A4-4163-AE94-E6055FB6A6DE}" presName="parTx" presStyleLbl="revTx" presStyleIdx="5" presStyleCnt="7">
        <dgm:presLayoutVars>
          <dgm:chMax val="0"/>
          <dgm:chPref val="0"/>
        </dgm:presLayoutVars>
      </dgm:prSet>
      <dgm:spPr/>
    </dgm:pt>
    <dgm:pt modelId="{DA930BE5-D6C9-4470-B599-D999E12C3CC7}" type="pres">
      <dgm:prSet presAssocID="{C73ACBE0-4506-40A0-9E65-68C7F50D0232}" presName="sibTrans" presStyleCnt="0"/>
      <dgm:spPr/>
    </dgm:pt>
    <dgm:pt modelId="{C4534C21-00F9-4A4E-9A7A-330E0A9D2EA7}" type="pres">
      <dgm:prSet presAssocID="{F64B1875-BC69-44DF-AB0C-9547AF61674F}" presName="compNode" presStyleCnt="0"/>
      <dgm:spPr/>
    </dgm:pt>
    <dgm:pt modelId="{E8194CD9-68B3-43C6-9EBF-9F9F61CEFE26}" type="pres">
      <dgm:prSet presAssocID="{F64B1875-BC69-44DF-AB0C-9547AF61674F}" presName="bgRect" presStyleLbl="bgShp" presStyleIdx="6" presStyleCnt="7"/>
      <dgm:spPr/>
    </dgm:pt>
    <dgm:pt modelId="{97C59D12-8953-4FDB-AADB-A0B24AE21A7F}" type="pres">
      <dgm:prSet presAssocID="{F64B1875-BC69-44DF-AB0C-9547AF61674F}" presName="iconRect" presStyleLbl="node1" presStyleIdx="6" presStyleCnt="7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5733DBAE-A490-4283-9144-A476F1EC69AF}" type="pres">
      <dgm:prSet presAssocID="{F64B1875-BC69-44DF-AB0C-9547AF61674F}" presName="spaceRect" presStyleCnt="0"/>
      <dgm:spPr/>
    </dgm:pt>
    <dgm:pt modelId="{CC344F95-59AC-4303-BD7F-25D47B3B51D1}" type="pres">
      <dgm:prSet presAssocID="{F64B1875-BC69-44DF-AB0C-9547AF61674F}" presName="parTx" presStyleLbl="revTx" presStyleIdx="6" presStyleCnt="7">
        <dgm:presLayoutVars>
          <dgm:chMax val="0"/>
          <dgm:chPref val="0"/>
        </dgm:presLayoutVars>
      </dgm:prSet>
      <dgm:spPr/>
    </dgm:pt>
  </dgm:ptLst>
  <dgm:cxnLst>
    <dgm:cxn modelId="{F18D090A-B077-4127-BF05-6070E246FAE6}" type="presOf" srcId="{8FB5437A-4DB0-47B3-A0BE-E3E0675B32D7}" destId="{E4F3B2EF-4965-40D5-B38B-3BC75A8D3219}" srcOrd="0" destOrd="0" presId="urn:microsoft.com/office/officeart/2018/2/layout/IconVerticalSolidList"/>
    <dgm:cxn modelId="{53983B14-7204-45FA-8FAE-6F9351FF8439}" type="presOf" srcId="{95BF3D0E-B0B7-4C28-95C5-4314FBC003A2}" destId="{1FA3DE61-61A3-46A8-A9F5-ED31A9D2FCC7}" srcOrd="0" destOrd="0" presId="urn:microsoft.com/office/officeart/2018/2/layout/IconVerticalSolidList"/>
    <dgm:cxn modelId="{5997C918-62FA-4F46-8D26-00A4E1E69F9C}" type="presOf" srcId="{F64B1875-BC69-44DF-AB0C-9547AF61674F}" destId="{CC344F95-59AC-4303-BD7F-25D47B3B51D1}" srcOrd="0" destOrd="0" presId="urn:microsoft.com/office/officeart/2018/2/layout/IconVerticalSolidList"/>
    <dgm:cxn modelId="{31DB921D-213C-44DC-A86A-ACB8BD9CFED9}" type="presOf" srcId="{BC53C97A-C19D-4C11-9358-193B37B211E0}" destId="{D0DC7DD4-3D56-4DCF-9B59-9C94085FB2BC}" srcOrd="0" destOrd="0" presId="urn:microsoft.com/office/officeart/2018/2/layout/IconVerticalSolidList"/>
    <dgm:cxn modelId="{327DE33E-B7A6-446C-8921-A3B46911DB3C}" srcId="{8FB5437A-4DB0-47B3-A0BE-E3E0675B32D7}" destId="{F64B1875-BC69-44DF-AB0C-9547AF61674F}" srcOrd="6" destOrd="0" parTransId="{863FD839-FA4B-4644-A586-6DC109DF1BCA}" sibTransId="{ED4EFAEF-1F5A-49FB-8844-9F26D5751843}"/>
    <dgm:cxn modelId="{B5E3EC3F-42FA-4B7A-AB0E-04F2C6BF3B48}" type="presOf" srcId="{432C5A79-AEA0-494F-B16F-589AFCDD176D}" destId="{E5F7F9CD-7703-41D3-845F-5806FEDD899F}" srcOrd="0" destOrd="0" presId="urn:microsoft.com/office/officeart/2018/2/layout/IconVerticalSolidList"/>
    <dgm:cxn modelId="{D0B5024A-F8A0-4E4F-AE5F-00F65D4045C3}" srcId="{8FB5437A-4DB0-47B3-A0BE-E3E0675B32D7}" destId="{D99BD2B5-5DB5-4F06-BF08-FD5A18C5FDB0}" srcOrd="3" destOrd="0" parTransId="{2023E120-D4E8-46B2-8E63-0629FF88E7E5}" sibTransId="{E43837B2-E3D2-4980-934C-E51A8D1CB00F}"/>
    <dgm:cxn modelId="{4B5A676F-B10F-4E8B-BD39-0E9D7756BF8A}" srcId="{8FB5437A-4DB0-47B3-A0BE-E3E0675B32D7}" destId="{432C5A79-AEA0-494F-B16F-589AFCDD176D}" srcOrd="1" destOrd="0" parTransId="{AE0CD01E-6E34-4AC8-9A01-0CF3FD3A324F}" sibTransId="{9A0CBEDF-582E-4701-9252-757093F957E9}"/>
    <dgm:cxn modelId="{642DF073-6FF9-49A4-8F5C-12F816BE5AAF}" type="presOf" srcId="{E95F35A2-DD27-466D-963F-3EE44FE6E3C1}" destId="{0597D1B8-731E-4141-8B38-7C6358B450EB}" srcOrd="0" destOrd="0" presId="urn:microsoft.com/office/officeart/2018/2/layout/IconVerticalSolidList"/>
    <dgm:cxn modelId="{921E0476-9FF6-4E4C-916B-98766C962B00}" srcId="{8FB5437A-4DB0-47B3-A0BE-E3E0675B32D7}" destId="{95BF3D0E-B0B7-4C28-95C5-4314FBC003A2}" srcOrd="4" destOrd="0" parTransId="{7B5BC57D-C12C-4181-B516-868AAF05067C}" sibTransId="{F5E3D677-AB25-43D1-BDA3-310188992371}"/>
    <dgm:cxn modelId="{4D49579A-3FCC-4802-8A7A-DB7CFEE17670}" type="presOf" srcId="{087C4072-C9A4-4163-AE94-E6055FB6A6DE}" destId="{6A2CD349-8CA7-4027-A99A-6AE8395999AE}" srcOrd="0" destOrd="0" presId="urn:microsoft.com/office/officeart/2018/2/layout/IconVerticalSolidList"/>
    <dgm:cxn modelId="{7A4F57DB-6AE2-4AB3-A631-8D8475F39254}" srcId="{8FB5437A-4DB0-47B3-A0BE-E3E0675B32D7}" destId="{087C4072-C9A4-4163-AE94-E6055FB6A6DE}" srcOrd="5" destOrd="0" parTransId="{3C7CDDA8-ED01-487F-8CDA-33878AFB3024}" sibTransId="{C73ACBE0-4506-40A0-9E65-68C7F50D0232}"/>
    <dgm:cxn modelId="{7AB628E6-9882-47BC-A019-804D859E2E08}" srcId="{8FB5437A-4DB0-47B3-A0BE-E3E0675B32D7}" destId="{BC53C97A-C19D-4C11-9358-193B37B211E0}" srcOrd="0" destOrd="0" parTransId="{354B0818-B827-41BF-8326-BA46AE9DCD6A}" sibTransId="{6F4A12AF-8E58-4FDB-9BE9-1D1C2F287E86}"/>
    <dgm:cxn modelId="{443F9BF9-C5E8-4774-8B33-04691B886132}" srcId="{8FB5437A-4DB0-47B3-A0BE-E3E0675B32D7}" destId="{E95F35A2-DD27-466D-963F-3EE44FE6E3C1}" srcOrd="2" destOrd="0" parTransId="{B11B1A1F-4FEC-4E3E-8B6E-E801B13AF3C5}" sibTransId="{2ECBACA3-A0B0-4C29-BAFB-9333F4308856}"/>
    <dgm:cxn modelId="{D62502FE-EE24-450F-9FB9-984A67A32C72}" type="presOf" srcId="{D99BD2B5-5DB5-4F06-BF08-FD5A18C5FDB0}" destId="{4054881D-B779-459A-BFC6-13532522C392}" srcOrd="0" destOrd="0" presId="urn:microsoft.com/office/officeart/2018/2/layout/IconVerticalSolidList"/>
    <dgm:cxn modelId="{8BCFBE08-68CE-43A4-ACDA-CE3C7EDCADE1}" type="presParOf" srcId="{E4F3B2EF-4965-40D5-B38B-3BC75A8D3219}" destId="{D3B3F353-92D1-4F06-83F6-78D4FD22A1E6}" srcOrd="0" destOrd="0" presId="urn:microsoft.com/office/officeart/2018/2/layout/IconVerticalSolidList"/>
    <dgm:cxn modelId="{32F13A3C-A0F0-4D75-94DC-BB8557968BE3}" type="presParOf" srcId="{D3B3F353-92D1-4F06-83F6-78D4FD22A1E6}" destId="{38653419-02AB-4A07-B160-217C3905D8F0}" srcOrd="0" destOrd="0" presId="urn:microsoft.com/office/officeart/2018/2/layout/IconVerticalSolidList"/>
    <dgm:cxn modelId="{BFDA9CB2-AC93-4979-BEC1-AC866B3D7B53}" type="presParOf" srcId="{D3B3F353-92D1-4F06-83F6-78D4FD22A1E6}" destId="{BF44289F-6C31-4912-B64F-CE6A849ED2A6}" srcOrd="1" destOrd="0" presId="urn:microsoft.com/office/officeart/2018/2/layout/IconVerticalSolidList"/>
    <dgm:cxn modelId="{9A0B03FA-E2CD-413E-9726-9C902E7BF9BF}" type="presParOf" srcId="{D3B3F353-92D1-4F06-83F6-78D4FD22A1E6}" destId="{B39B6DAB-B699-456C-BE79-DD331E6A6117}" srcOrd="2" destOrd="0" presId="urn:microsoft.com/office/officeart/2018/2/layout/IconVerticalSolidList"/>
    <dgm:cxn modelId="{34B10CC8-6AED-4784-9CA3-F93283EA3185}" type="presParOf" srcId="{D3B3F353-92D1-4F06-83F6-78D4FD22A1E6}" destId="{D0DC7DD4-3D56-4DCF-9B59-9C94085FB2BC}" srcOrd="3" destOrd="0" presId="urn:microsoft.com/office/officeart/2018/2/layout/IconVerticalSolidList"/>
    <dgm:cxn modelId="{2E5939F7-ED19-43E2-980D-7AC0119D594E}" type="presParOf" srcId="{E4F3B2EF-4965-40D5-B38B-3BC75A8D3219}" destId="{1AA4FC4A-D886-40D4-9276-E993BE143C51}" srcOrd="1" destOrd="0" presId="urn:microsoft.com/office/officeart/2018/2/layout/IconVerticalSolidList"/>
    <dgm:cxn modelId="{7B5D2E7E-8DC9-4618-B6D9-1CAE3406B9F2}" type="presParOf" srcId="{E4F3B2EF-4965-40D5-B38B-3BC75A8D3219}" destId="{C0849F4E-5C3A-4B0C-8031-F4207FC9FF07}" srcOrd="2" destOrd="0" presId="urn:microsoft.com/office/officeart/2018/2/layout/IconVerticalSolidList"/>
    <dgm:cxn modelId="{EC5FE29A-526B-462C-82F0-954E0AF5AC35}" type="presParOf" srcId="{C0849F4E-5C3A-4B0C-8031-F4207FC9FF07}" destId="{868C12FA-CDE9-4E99-8DBF-32EF7E10F098}" srcOrd="0" destOrd="0" presId="urn:microsoft.com/office/officeart/2018/2/layout/IconVerticalSolidList"/>
    <dgm:cxn modelId="{D40E4711-1E0E-4AC4-B1C8-353629CFAC3C}" type="presParOf" srcId="{C0849F4E-5C3A-4B0C-8031-F4207FC9FF07}" destId="{E0598568-5C7D-4BB7-9A48-83306BF5E00F}" srcOrd="1" destOrd="0" presId="urn:microsoft.com/office/officeart/2018/2/layout/IconVerticalSolidList"/>
    <dgm:cxn modelId="{CBAAEC97-DBD4-4143-A0EF-45DD0FACED5D}" type="presParOf" srcId="{C0849F4E-5C3A-4B0C-8031-F4207FC9FF07}" destId="{6B57D2A6-0EE2-4F5F-B708-7522E6CDB875}" srcOrd="2" destOrd="0" presId="urn:microsoft.com/office/officeart/2018/2/layout/IconVerticalSolidList"/>
    <dgm:cxn modelId="{D5147489-E778-41E9-A3F4-BBC4E2B5E230}" type="presParOf" srcId="{C0849F4E-5C3A-4B0C-8031-F4207FC9FF07}" destId="{E5F7F9CD-7703-41D3-845F-5806FEDD899F}" srcOrd="3" destOrd="0" presId="urn:microsoft.com/office/officeart/2018/2/layout/IconVerticalSolidList"/>
    <dgm:cxn modelId="{68D3AA93-0E54-40EE-BE98-AC793EC266F6}" type="presParOf" srcId="{E4F3B2EF-4965-40D5-B38B-3BC75A8D3219}" destId="{3941F014-773F-44C8-B568-A662FD8F68F1}" srcOrd="3" destOrd="0" presId="urn:microsoft.com/office/officeart/2018/2/layout/IconVerticalSolidList"/>
    <dgm:cxn modelId="{FAA00CF5-C098-49C3-8848-46DA6D1D5930}" type="presParOf" srcId="{E4F3B2EF-4965-40D5-B38B-3BC75A8D3219}" destId="{FF24BC34-B42A-4DEC-A043-212456C7D4D0}" srcOrd="4" destOrd="0" presId="urn:microsoft.com/office/officeart/2018/2/layout/IconVerticalSolidList"/>
    <dgm:cxn modelId="{01578B75-766E-45FD-A7F1-6EFA1816DF61}" type="presParOf" srcId="{FF24BC34-B42A-4DEC-A043-212456C7D4D0}" destId="{7D56A3DC-30BE-4B16-B9A5-155525BE0E90}" srcOrd="0" destOrd="0" presId="urn:microsoft.com/office/officeart/2018/2/layout/IconVerticalSolidList"/>
    <dgm:cxn modelId="{B8CABEC9-F9A8-4978-88B1-01F52B18E544}" type="presParOf" srcId="{FF24BC34-B42A-4DEC-A043-212456C7D4D0}" destId="{D50123BA-4FFB-43A1-899F-EDD7887F1DCE}" srcOrd="1" destOrd="0" presId="urn:microsoft.com/office/officeart/2018/2/layout/IconVerticalSolidList"/>
    <dgm:cxn modelId="{85DC025E-FC48-42BB-9CFC-BB0D14D4BA01}" type="presParOf" srcId="{FF24BC34-B42A-4DEC-A043-212456C7D4D0}" destId="{A2277A1B-3BFB-46F8-B75A-61F30DC2F89F}" srcOrd="2" destOrd="0" presId="urn:microsoft.com/office/officeart/2018/2/layout/IconVerticalSolidList"/>
    <dgm:cxn modelId="{3BCA3B8A-21B3-4B5F-9EE0-4E5654CCF538}" type="presParOf" srcId="{FF24BC34-B42A-4DEC-A043-212456C7D4D0}" destId="{0597D1B8-731E-4141-8B38-7C6358B450EB}" srcOrd="3" destOrd="0" presId="urn:microsoft.com/office/officeart/2018/2/layout/IconVerticalSolidList"/>
    <dgm:cxn modelId="{DA12AFBA-DA9D-4A1E-BE72-973ECED01607}" type="presParOf" srcId="{E4F3B2EF-4965-40D5-B38B-3BC75A8D3219}" destId="{22958C3C-63D6-4D4A-A081-5CC344537BF1}" srcOrd="5" destOrd="0" presId="urn:microsoft.com/office/officeart/2018/2/layout/IconVerticalSolidList"/>
    <dgm:cxn modelId="{D75F3B6E-319C-446B-A3E3-923C378974D7}" type="presParOf" srcId="{E4F3B2EF-4965-40D5-B38B-3BC75A8D3219}" destId="{502B80E1-A2C9-444D-8E3D-30A41523A33A}" srcOrd="6" destOrd="0" presId="urn:microsoft.com/office/officeart/2018/2/layout/IconVerticalSolidList"/>
    <dgm:cxn modelId="{CFD564EA-E4C4-466E-8762-B2127BCC5241}" type="presParOf" srcId="{502B80E1-A2C9-444D-8E3D-30A41523A33A}" destId="{1707B14E-01F1-42AB-9935-E311110139D0}" srcOrd="0" destOrd="0" presId="urn:microsoft.com/office/officeart/2018/2/layout/IconVerticalSolidList"/>
    <dgm:cxn modelId="{E958B35A-B946-4BB8-9F69-2A4FB0D89486}" type="presParOf" srcId="{502B80E1-A2C9-444D-8E3D-30A41523A33A}" destId="{D0A9DE02-55AA-4503-ACBA-B2F36B54F075}" srcOrd="1" destOrd="0" presId="urn:microsoft.com/office/officeart/2018/2/layout/IconVerticalSolidList"/>
    <dgm:cxn modelId="{39DC6FE3-BF09-449B-B8CF-CEF3ADA8B98F}" type="presParOf" srcId="{502B80E1-A2C9-444D-8E3D-30A41523A33A}" destId="{08EB0F27-567A-410A-A2C4-99BC135C1137}" srcOrd="2" destOrd="0" presId="urn:microsoft.com/office/officeart/2018/2/layout/IconVerticalSolidList"/>
    <dgm:cxn modelId="{9698CBD4-EF92-4994-8536-ADBE4DA7A1E1}" type="presParOf" srcId="{502B80E1-A2C9-444D-8E3D-30A41523A33A}" destId="{4054881D-B779-459A-BFC6-13532522C392}" srcOrd="3" destOrd="0" presId="urn:microsoft.com/office/officeart/2018/2/layout/IconVerticalSolidList"/>
    <dgm:cxn modelId="{E014CAF2-0ABC-4CFC-86DA-8FBD47CD075E}" type="presParOf" srcId="{E4F3B2EF-4965-40D5-B38B-3BC75A8D3219}" destId="{E1639A5A-A038-408F-86C6-B5CCFA422BB8}" srcOrd="7" destOrd="0" presId="urn:microsoft.com/office/officeart/2018/2/layout/IconVerticalSolidList"/>
    <dgm:cxn modelId="{8BC28913-E158-47BF-B0D2-5257ED1F5011}" type="presParOf" srcId="{E4F3B2EF-4965-40D5-B38B-3BC75A8D3219}" destId="{8951317A-DCE0-469A-B527-01285807B552}" srcOrd="8" destOrd="0" presId="urn:microsoft.com/office/officeart/2018/2/layout/IconVerticalSolidList"/>
    <dgm:cxn modelId="{8BB5E405-04B7-40F7-9EA5-F4FE453C27A5}" type="presParOf" srcId="{8951317A-DCE0-469A-B527-01285807B552}" destId="{4E99CB62-60AC-455F-800C-9FF9FA3A9C8E}" srcOrd="0" destOrd="0" presId="urn:microsoft.com/office/officeart/2018/2/layout/IconVerticalSolidList"/>
    <dgm:cxn modelId="{4D05E42F-FEFE-4FE3-ADFA-D591057DD479}" type="presParOf" srcId="{8951317A-DCE0-469A-B527-01285807B552}" destId="{C1FFFB2E-7A9F-49AC-A963-84734BE9BD07}" srcOrd="1" destOrd="0" presId="urn:microsoft.com/office/officeart/2018/2/layout/IconVerticalSolidList"/>
    <dgm:cxn modelId="{EBF495F0-3BA7-46AB-B62D-2B31EF380636}" type="presParOf" srcId="{8951317A-DCE0-469A-B527-01285807B552}" destId="{00457B9D-F1D2-4840-B446-015C07351948}" srcOrd="2" destOrd="0" presId="urn:microsoft.com/office/officeart/2018/2/layout/IconVerticalSolidList"/>
    <dgm:cxn modelId="{09E376EA-C4B3-49CB-BC4A-2905813D27E8}" type="presParOf" srcId="{8951317A-DCE0-469A-B527-01285807B552}" destId="{1FA3DE61-61A3-46A8-A9F5-ED31A9D2FCC7}" srcOrd="3" destOrd="0" presId="urn:microsoft.com/office/officeart/2018/2/layout/IconVerticalSolidList"/>
    <dgm:cxn modelId="{608E57AE-0148-4A92-99AE-B1C55F6F50F1}" type="presParOf" srcId="{E4F3B2EF-4965-40D5-B38B-3BC75A8D3219}" destId="{3A3F0540-C75F-4B24-9303-EEE84748F6EB}" srcOrd="9" destOrd="0" presId="urn:microsoft.com/office/officeart/2018/2/layout/IconVerticalSolidList"/>
    <dgm:cxn modelId="{47BC4576-CAED-40A5-A6DC-E847E4E63FEB}" type="presParOf" srcId="{E4F3B2EF-4965-40D5-B38B-3BC75A8D3219}" destId="{3A848B92-AB85-421F-BDDE-D834D3D3E09D}" srcOrd="10" destOrd="0" presId="urn:microsoft.com/office/officeart/2018/2/layout/IconVerticalSolidList"/>
    <dgm:cxn modelId="{370C308E-DE91-44B8-AB39-DCF130349180}" type="presParOf" srcId="{3A848B92-AB85-421F-BDDE-D834D3D3E09D}" destId="{F50A0155-D33B-416B-823C-C2221897F486}" srcOrd="0" destOrd="0" presId="urn:microsoft.com/office/officeart/2018/2/layout/IconVerticalSolidList"/>
    <dgm:cxn modelId="{B38FF214-164F-4143-AD7F-2681069E90C8}" type="presParOf" srcId="{3A848B92-AB85-421F-BDDE-D834D3D3E09D}" destId="{9BA2B5B9-BC6A-48D1-9689-0032D40A4C7E}" srcOrd="1" destOrd="0" presId="urn:microsoft.com/office/officeart/2018/2/layout/IconVerticalSolidList"/>
    <dgm:cxn modelId="{FA2948EE-4B31-421C-95C6-EE6E4BB3E719}" type="presParOf" srcId="{3A848B92-AB85-421F-BDDE-D834D3D3E09D}" destId="{3EECC99C-2B7B-46F0-931D-5521F1B5C674}" srcOrd="2" destOrd="0" presId="urn:microsoft.com/office/officeart/2018/2/layout/IconVerticalSolidList"/>
    <dgm:cxn modelId="{841BE0DE-D9A1-489D-B484-00EA7BC35CB9}" type="presParOf" srcId="{3A848B92-AB85-421F-BDDE-D834D3D3E09D}" destId="{6A2CD349-8CA7-4027-A99A-6AE8395999AE}" srcOrd="3" destOrd="0" presId="urn:microsoft.com/office/officeart/2018/2/layout/IconVerticalSolidList"/>
    <dgm:cxn modelId="{EDC6A71C-F3B2-4F97-97D4-815C3AFAF807}" type="presParOf" srcId="{E4F3B2EF-4965-40D5-B38B-3BC75A8D3219}" destId="{DA930BE5-D6C9-4470-B599-D999E12C3CC7}" srcOrd="11" destOrd="0" presId="urn:microsoft.com/office/officeart/2018/2/layout/IconVerticalSolidList"/>
    <dgm:cxn modelId="{7E076C46-BD02-4CAD-AFCA-30A2FF2E45A0}" type="presParOf" srcId="{E4F3B2EF-4965-40D5-B38B-3BC75A8D3219}" destId="{C4534C21-00F9-4A4E-9A7A-330E0A9D2EA7}" srcOrd="12" destOrd="0" presId="urn:microsoft.com/office/officeart/2018/2/layout/IconVerticalSolidList"/>
    <dgm:cxn modelId="{945787E8-C94E-4D9C-9E59-A7AC9C80C128}" type="presParOf" srcId="{C4534C21-00F9-4A4E-9A7A-330E0A9D2EA7}" destId="{E8194CD9-68B3-43C6-9EBF-9F9F61CEFE26}" srcOrd="0" destOrd="0" presId="urn:microsoft.com/office/officeart/2018/2/layout/IconVerticalSolidList"/>
    <dgm:cxn modelId="{CC0FEA1A-4913-4E23-A5AA-8C306A3D1832}" type="presParOf" srcId="{C4534C21-00F9-4A4E-9A7A-330E0A9D2EA7}" destId="{97C59D12-8953-4FDB-AADB-A0B24AE21A7F}" srcOrd="1" destOrd="0" presId="urn:microsoft.com/office/officeart/2018/2/layout/IconVerticalSolidList"/>
    <dgm:cxn modelId="{23677C07-A0FA-4841-964D-AA67610F07CB}" type="presParOf" srcId="{C4534C21-00F9-4A4E-9A7A-330E0A9D2EA7}" destId="{5733DBAE-A490-4283-9144-A476F1EC69AF}" srcOrd="2" destOrd="0" presId="urn:microsoft.com/office/officeart/2018/2/layout/IconVerticalSolidList"/>
    <dgm:cxn modelId="{FB61BDE2-CDEF-45AA-A38B-F4D21DA122F3}" type="presParOf" srcId="{C4534C21-00F9-4A4E-9A7A-330E0A9D2EA7}" destId="{CC344F95-59AC-4303-BD7F-25D47B3B51D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996D905-3488-4FA0-ABD1-CF6D7AD2C382}" type="doc">
      <dgm:prSet loTypeId="urn:microsoft.com/office/officeart/2017/3/layout/DropPinTimeline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5453F74-1F91-48BE-B4B1-61392069E336}">
      <dgm:prSet/>
      <dgm:spPr/>
      <dgm:t>
        <a:bodyPr/>
        <a:lstStyle/>
        <a:p>
          <a:pPr>
            <a:defRPr b="1"/>
          </a:pPr>
          <a:r>
            <a:rPr lang="en-US"/>
            <a:t>14 Sep</a:t>
          </a:r>
        </a:p>
      </dgm:t>
    </dgm:pt>
    <dgm:pt modelId="{6CFFF386-2EEB-4F54-AF8C-0797135CB9E7}" type="parTrans" cxnId="{F0A3B41C-28B0-462E-9E66-1E2CEDCF1E3F}">
      <dgm:prSet/>
      <dgm:spPr/>
      <dgm:t>
        <a:bodyPr/>
        <a:lstStyle/>
        <a:p>
          <a:endParaRPr lang="en-US"/>
        </a:p>
      </dgm:t>
    </dgm:pt>
    <dgm:pt modelId="{4C265748-AA99-4AB9-AF5C-132C2D792F0F}" type="sibTrans" cxnId="{F0A3B41C-28B0-462E-9E66-1E2CEDCF1E3F}">
      <dgm:prSet/>
      <dgm:spPr/>
      <dgm:t>
        <a:bodyPr/>
        <a:lstStyle/>
        <a:p>
          <a:endParaRPr lang="en-US"/>
        </a:p>
      </dgm:t>
    </dgm:pt>
    <dgm:pt modelId="{9545AC7D-D641-4EBD-99C1-BC8D587EE5DC}">
      <dgm:prSet/>
      <dgm:spPr/>
      <dgm:t>
        <a:bodyPr/>
        <a:lstStyle/>
        <a:p>
          <a:r>
            <a:rPr lang="en-US"/>
            <a:t>Problem Statement and generating Research Questions</a:t>
          </a:r>
        </a:p>
      </dgm:t>
    </dgm:pt>
    <dgm:pt modelId="{5DD7E0AD-2C19-404F-A437-529835CEA796}" type="parTrans" cxnId="{9A4DD7DA-B40E-4236-BAF7-BA27AF776BBB}">
      <dgm:prSet/>
      <dgm:spPr/>
      <dgm:t>
        <a:bodyPr/>
        <a:lstStyle/>
        <a:p>
          <a:endParaRPr lang="en-US"/>
        </a:p>
      </dgm:t>
    </dgm:pt>
    <dgm:pt modelId="{37DEB1BF-1AE1-4204-95B3-211E48C121B5}" type="sibTrans" cxnId="{9A4DD7DA-B40E-4236-BAF7-BA27AF776BBB}">
      <dgm:prSet/>
      <dgm:spPr/>
      <dgm:t>
        <a:bodyPr/>
        <a:lstStyle/>
        <a:p>
          <a:endParaRPr lang="en-US"/>
        </a:p>
      </dgm:t>
    </dgm:pt>
    <dgm:pt modelId="{6831B92B-1FD8-4B11-B1EA-0E6BA52137A9}">
      <dgm:prSet/>
      <dgm:spPr/>
      <dgm:t>
        <a:bodyPr/>
        <a:lstStyle/>
        <a:p>
          <a:pPr>
            <a:defRPr b="1"/>
          </a:pPr>
          <a:r>
            <a:rPr lang="en-US"/>
            <a:t>17 Sep</a:t>
          </a:r>
        </a:p>
      </dgm:t>
    </dgm:pt>
    <dgm:pt modelId="{D37E00B9-8049-4FCF-A65D-0A466899F6EF}" type="parTrans" cxnId="{EA1C2A84-D287-4792-A77B-325E0D3F37A1}">
      <dgm:prSet/>
      <dgm:spPr/>
      <dgm:t>
        <a:bodyPr/>
        <a:lstStyle/>
        <a:p>
          <a:endParaRPr lang="en-US"/>
        </a:p>
      </dgm:t>
    </dgm:pt>
    <dgm:pt modelId="{AC18788D-F1CE-41B3-8F75-EC859814AE86}" type="sibTrans" cxnId="{EA1C2A84-D287-4792-A77B-325E0D3F37A1}">
      <dgm:prSet/>
      <dgm:spPr/>
      <dgm:t>
        <a:bodyPr/>
        <a:lstStyle/>
        <a:p>
          <a:endParaRPr lang="en-US"/>
        </a:p>
      </dgm:t>
    </dgm:pt>
    <dgm:pt modelId="{1695280C-91ED-4543-A15E-2533B3361C17}">
      <dgm:prSet/>
      <dgm:spPr/>
      <dgm:t>
        <a:bodyPr/>
        <a:lstStyle/>
        <a:p>
          <a:r>
            <a:rPr lang="en-US"/>
            <a:t>Project </a:t>
          </a:r>
          <a:r>
            <a:rPr lang="en-US">
              <a:latin typeface="Franklin Gothic Medium" panose="020B0603020102020204"/>
            </a:rPr>
            <a:t>Proposal</a:t>
          </a:r>
          <a:r>
            <a:rPr lang="en-US"/>
            <a:t> </a:t>
          </a:r>
        </a:p>
      </dgm:t>
    </dgm:pt>
    <dgm:pt modelId="{64DE657E-52B7-40C5-B25C-76E2E1A83611}" type="parTrans" cxnId="{07E9A6EA-A95D-48F7-8776-D5F75953BDB2}">
      <dgm:prSet/>
      <dgm:spPr/>
      <dgm:t>
        <a:bodyPr/>
        <a:lstStyle/>
        <a:p>
          <a:endParaRPr lang="en-US"/>
        </a:p>
      </dgm:t>
    </dgm:pt>
    <dgm:pt modelId="{A525CBAB-2EEA-4E76-A5B7-BA253DA67F97}" type="sibTrans" cxnId="{07E9A6EA-A95D-48F7-8776-D5F75953BDB2}">
      <dgm:prSet/>
      <dgm:spPr/>
      <dgm:t>
        <a:bodyPr/>
        <a:lstStyle/>
        <a:p>
          <a:endParaRPr lang="en-US"/>
        </a:p>
      </dgm:t>
    </dgm:pt>
    <dgm:pt modelId="{A579E6D7-8423-40CC-8CBA-ED040A15CE2F}">
      <dgm:prSet/>
      <dgm:spPr/>
      <dgm:t>
        <a:bodyPr/>
        <a:lstStyle/>
        <a:p>
          <a:pPr>
            <a:defRPr b="1"/>
          </a:pPr>
          <a:r>
            <a:rPr lang="en-US"/>
            <a:t>29 Sep</a:t>
          </a:r>
        </a:p>
      </dgm:t>
    </dgm:pt>
    <dgm:pt modelId="{9584E035-EA0D-417D-9117-507325A82ED7}" type="parTrans" cxnId="{D6E0A9EA-944B-49E2-9677-6B161B5DE2B8}">
      <dgm:prSet/>
      <dgm:spPr/>
      <dgm:t>
        <a:bodyPr/>
        <a:lstStyle/>
        <a:p>
          <a:endParaRPr lang="en-US"/>
        </a:p>
      </dgm:t>
    </dgm:pt>
    <dgm:pt modelId="{BC8F6187-413F-485B-8C95-67774E6B7D82}" type="sibTrans" cxnId="{D6E0A9EA-944B-49E2-9677-6B161B5DE2B8}">
      <dgm:prSet/>
      <dgm:spPr/>
      <dgm:t>
        <a:bodyPr/>
        <a:lstStyle/>
        <a:p>
          <a:endParaRPr lang="en-US"/>
        </a:p>
      </dgm:t>
    </dgm:pt>
    <dgm:pt modelId="{039E68B9-20B8-4565-80C4-309D0F9EA39C}">
      <dgm:prSet/>
      <dgm:spPr/>
      <dgm:t>
        <a:bodyPr/>
        <a:lstStyle/>
        <a:p>
          <a:r>
            <a:rPr lang="en-US"/>
            <a:t>Data Preprocessing </a:t>
          </a:r>
        </a:p>
      </dgm:t>
    </dgm:pt>
    <dgm:pt modelId="{17430DC2-FA24-4803-B3E4-B94C47B15DBD}" type="parTrans" cxnId="{9AB4E04C-21FF-4703-BACE-EECE9EFF2F72}">
      <dgm:prSet/>
      <dgm:spPr/>
      <dgm:t>
        <a:bodyPr/>
        <a:lstStyle/>
        <a:p>
          <a:endParaRPr lang="en-US"/>
        </a:p>
      </dgm:t>
    </dgm:pt>
    <dgm:pt modelId="{C2769408-C842-4CCB-96D8-25E7351ACBD5}" type="sibTrans" cxnId="{9AB4E04C-21FF-4703-BACE-EECE9EFF2F72}">
      <dgm:prSet/>
      <dgm:spPr/>
      <dgm:t>
        <a:bodyPr/>
        <a:lstStyle/>
        <a:p>
          <a:endParaRPr lang="en-US"/>
        </a:p>
      </dgm:t>
    </dgm:pt>
    <dgm:pt modelId="{04AAFBB2-A5CF-49A3-AA43-451982C01B68}">
      <dgm:prSet/>
      <dgm:spPr/>
      <dgm:t>
        <a:bodyPr/>
        <a:lstStyle/>
        <a:p>
          <a:pPr>
            <a:defRPr b="1"/>
          </a:pPr>
          <a:r>
            <a:rPr lang="en-US"/>
            <a:t>7 Oct</a:t>
          </a:r>
        </a:p>
      </dgm:t>
    </dgm:pt>
    <dgm:pt modelId="{27F3E7BB-BFE9-416E-B6D2-3A12045A8721}" type="parTrans" cxnId="{91BCC68C-AD41-4D44-A2D8-12A3F7B11986}">
      <dgm:prSet/>
      <dgm:spPr/>
      <dgm:t>
        <a:bodyPr/>
        <a:lstStyle/>
        <a:p>
          <a:endParaRPr lang="en-US"/>
        </a:p>
      </dgm:t>
    </dgm:pt>
    <dgm:pt modelId="{EEF71456-1B70-48BD-80A6-598B06096391}" type="sibTrans" cxnId="{91BCC68C-AD41-4D44-A2D8-12A3F7B11986}">
      <dgm:prSet/>
      <dgm:spPr/>
      <dgm:t>
        <a:bodyPr/>
        <a:lstStyle/>
        <a:p>
          <a:endParaRPr lang="en-US"/>
        </a:p>
      </dgm:t>
    </dgm:pt>
    <dgm:pt modelId="{3E01B394-627D-4489-8B29-983C9F4D1DDF}">
      <dgm:prSet/>
      <dgm:spPr/>
      <dgm:t>
        <a:bodyPr/>
        <a:lstStyle/>
        <a:p>
          <a:r>
            <a:rPr lang="en-US"/>
            <a:t>Project Milestone 1</a:t>
          </a:r>
        </a:p>
      </dgm:t>
    </dgm:pt>
    <dgm:pt modelId="{D7EB2EE5-D6FF-4F4F-8AC6-76D4D23F9204}" type="parTrans" cxnId="{238B32E6-5C7A-4210-BE4D-D427E09D0C9E}">
      <dgm:prSet/>
      <dgm:spPr/>
      <dgm:t>
        <a:bodyPr/>
        <a:lstStyle/>
        <a:p>
          <a:endParaRPr lang="en-US"/>
        </a:p>
      </dgm:t>
    </dgm:pt>
    <dgm:pt modelId="{E70D1EAE-618E-4541-9B31-167BD600AFC1}" type="sibTrans" cxnId="{238B32E6-5C7A-4210-BE4D-D427E09D0C9E}">
      <dgm:prSet/>
      <dgm:spPr/>
      <dgm:t>
        <a:bodyPr/>
        <a:lstStyle/>
        <a:p>
          <a:endParaRPr lang="en-US"/>
        </a:p>
      </dgm:t>
    </dgm:pt>
    <dgm:pt modelId="{C8EAB0B5-E1F2-469B-9C9D-FE1FD4477D63}">
      <dgm:prSet/>
      <dgm:spPr/>
      <dgm:t>
        <a:bodyPr/>
        <a:lstStyle/>
        <a:p>
          <a:pPr>
            <a:defRPr b="1"/>
          </a:pPr>
          <a:r>
            <a:rPr lang="en-US"/>
            <a:t>29 Oct</a:t>
          </a:r>
        </a:p>
      </dgm:t>
    </dgm:pt>
    <dgm:pt modelId="{B34E193B-269B-4D1A-B86A-08B39C2F33DA}" type="parTrans" cxnId="{1CD12CF7-0885-4A94-976C-627CF2B6F711}">
      <dgm:prSet/>
      <dgm:spPr/>
      <dgm:t>
        <a:bodyPr/>
        <a:lstStyle/>
        <a:p>
          <a:endParaRPr lang="en-US"/>
        </a:p>
      </dgm:t>
    </dgm:pt>
    <dgm:pt modelId="{0146F887-7C9C-4325-817C-73E803D905E1}" type="sibTrans" cxnId="{1CD12CF7-0885-4A94-976C-627CF2B6F711}">
      <dgm:prSet/>
      <dgm:spPr/>
      <dgm:t>
        <a:bodyPr/>
        <a:lstStyle/>
        <a:p>
          <a:endParaRPr lang="en-US"/>
        </a:p>
      </dgm:t>
    </dgm:pt>
    <dgm:pt modelId="{D96DB7A7-A6A2-4708-A3B7-88698DF9E613}">
      <dgm:prSet/>
      <dgm:spPr/>
      <dgm:t>
        <a:bodyPr/>
        <a:lstStyle/>
        <a:p>
          <a:r>
            <a:rPr lang="en-US"/>
            <a:t>Preliminary Results from Baseline</a:t>
          </a:r>
        </a:p>
      </dgm:t>
    </dgm:pt>
    <dgm:pt modelId="{D2D0B612-F334-4C1E-9EA9-367D4219B8BE}" type="parTrans" cxnId="{362E4253-6946-4E1E-9DC9-927F7009FA9C}">
      <dgm:prSet/>
      <dgm:spPr/>
      <dgm:t>
        <a:bodyPr/>
        <a:lstStyle/>
        <a:p>
          <a:endParaRPr lang="en-US"/>
        </a:p>
      </dgm:t>
    </dgm:pt>
    <dgm:pt modelId="{523D2A81-43B7-44A4-8187-8D824BB8F2D6}" type="sibTrans" cxnId="{362E4253-6946-4E1E-9DC9-927F7009FA9C}">
      <dgm:prSet/>
      <dgm:spPr/>
      <dgm:t>
        <a:bodyPr/>
        <a:lstStyle/>
        <a:p>
          <a:endParaRPr lang="en-US"/>
        </a:p>
      </dgm:t>
    </dgm:pt>
    <dgm:pt modelId="{5B8DCC5B-2187-487C-B3A0-655C2DB5ED9A}">
      <dgm:prSet/>
      <dgm:spPr/>
      <dgm:t>
        <a:bodyPr/>
        <a:lstStyle/>
        <a:p>
          <a:pPr>
            <a:defRPr b="1"/>
          </a:pPr>
          <a:r>
            <a:rPr lang="en-US"/>
            <a:t>11 Nov</a:t>
          </a:r>
        </a:p>
      </dgm:t>
    </dgm:pt>
    <dgm:pt modelId="{D5069599-5693-4E21-ACB4-1D88FCEAB363}" type="parTrans" cxnId="{EE60089F-45A8-4DCC-A131-7884DCB978A9}">
      <dgm:prSet/>
      <dgm:spPr/>
      <dgm:t>
        <a:bodyPr/>
        <a:lstStyle/>
        <a:p>
          <a:endParaRPr lang="en-US"/>
        </a:p>
      </dgm:t>
    </dgm:pt>
    <dgm:pt modelId="{21622C6C-F61C-475C-8FC9-AA658DCD28E4}" type="sibTrans" cxnId="{EE60089F-45A8-4DCC-A131-7884DCB978A9}">
      <dgm:prSet/>
      <dgm:spPr/>
      <dgm:t>
        <a:bodyPr/>
        <a:lstStyle/>
        <a:p>
          <a:endParaRPr lang="en-US"/>
        </a:p>
      </dgm:t>
    </dgm:pt>
    <dgm:pt modelId="{5CB6B01F-9579-4299-BAD6-991E1820EB57}">
      <dgm:prSet/>
      <dgm:spPr/>
      <dgm:t>
        <a:bodyPr/>
        <a:lstStyle/>
        <a:p>
          <a:r>
            <a:rPr lang="en-US"/>
            <a:t>Project Milestone 2</a:t>
          </a:r>
        </a:p>
      </dgm:t>
    </dgm:pt>
    <dgm:pt modelId="{66DF0862-ACD9-4E51-A632-2EE434C873C7}" type="parTrans" cxnId="{FA25EDC7-642C-49D8-AB42-0C6A1DE7E4FB}">
      <dgm:prSet/>
      <dgm:spPr/>
      <dgm:t>
        <a:bodyPr/>
        <a:lstStyle/>
        <a:p>
          <a:endParaRPr lang="en-US"/>
        </a:p>
      </dgm:t>
    </dgm:pt>
    <dgm:pt modelId="{FB8F3FBE-3F02-4963-93E1-C8A8C100709F}" type="sibTrans" cxnId="{FA25EDC7-642C-49D8-AB42-0C6A1DE7E4FB}">
      <dgm:prSet/>
      <dgm:spPr/>
      <dgm:t>
        <a:bodyPr/>
        <a:lstStyle/>
        <a:p>
          <a:endParaRPr lang="en-US"/>
        </a:p>
      </dgm:t>
    </dgm:pt>
    <dgm:pt modelId="{8BB160DA-9877-4795-BF36-B84DB31A688C}">
      <dgm:prSet/>
      <dgm:spPr/>
      <dgm:t>
        <a:bodyPr/>
        <a:lstStyle/>
        <a:p>
          <a:pPr>
            <a:defRPr b="1"/>
          </a:pPr>
          <a:r>
            <a:rPr lang="en-US"/>
            <a:t>25 Nov</a:t>
          </a:r>
        </a:p>
      </dgm:t>
    </dgm:pt>
    <dgm:pt modelId="{ED2561E9-EFD0-4276-A0C0-B6787A69B932}" type="parTrans" cxnId="{BF0820D5-ADCD-4F54-9E3B-5CC5C22EBAAA}">
      <dgm:prSet/>
      <dgm:spPr/>
      <dgm:t>
        <a:bodyPr/>
        <a:lstStyle/>
        <a:p>
          <a:endParaRPr lang="en-US"/>
        </a:p>
      </dgm:t>
    </dgm:pt>
    <dgm:pt modelId="{842A1C26-C3DC-4B75-9C42-7E0D64E857B6}" type="sibTrans" cxnId="{BF0820D5-ADCD-4F54-9E3B-5CC5C22EBAAA}">
      <dgm:prSet/>
      <dgm:spPr/>
      <dgm:t>
        <a:bodyPr/>
        <a:lstStyle/>
        <a:p>
          <a:endParaRPr lang="en-US"/>
        </a:p>
      </dgm:t>
    </dgm:pt>
    <dgm:pt modelId="{09A93444-0AB4-4AC4-B82F-7622A745D42A}">
      <dgm:prSet/>
      <dgm:spPr/>
      <dgm:t>
        <a:bodyPr/>
        <a:lstStyle/>
        <a:p>
          <a:r>
            <a:rPr lang="en-US" err="1"/>
            <a:t>Preparaing</a:t>
          </a:r>
          <a:r>
            <a:rPr lang="en-US"/>
            <a:t> Final Report &amp; presentation</a:t>
          </a:r>
        </a:p>
      </dgm:t>
    </dgm:pt>
    <dgm:pt modelId="{311342E9-C923-47FF-8CD7-7865758ADAC4}" type="parTrans" cxnId="{E1CAB306-69C8-4FA5-A149-82706FEF748E}">
      <dgm:prSet/>
      <dgm:spPr/>
      <dgm:t>
        <a:bodyPr/>
        <a:lstStyle/>
        <a:p>
          <a:endParaRPr lang="en-US"/>
        </a:p>
      </dgm:t>
    </dgm:pt>
    <dgm:pt modelId="{0B9829B0-19B9-468B-9AE6-F1094BF626EA}" type="sibTrans" cxnId="{E1CAB306-69C8-4FA5-A149-82706FEF748E}">
      <dgm:prSet/>
      <dgm:spPr/>
      <dgm:t>
        <a:bodyPr/>
        <a:lstStyle/>
        <a:p>
          <a:endParaRPr lang="en-US"/>
        </a:p>
      </dgm:t>
    </dgm:pt>
    <dgm:pt modelId="{9C985171-77C4-4BC6-895C-00090878E531}">
      <dgm:prSet/>
      <dgm:spPr/>
      <dgm:t>
        <a:bodyPr/>
        <a:lstStyle/>
        <a:p>
          <a:pPr>
            <a:defRPr b="1"/>
          </a:pPr>
          <a:r>
            <a:rPr lang="en-US"/>
            <a:t>6 Dec</a:t>
          </a:r>
        </a:p>
      </dgm:t>
    </dgm:pt>
    <dgm:pt modelId="{4EE5460A-891C-4C8E-AF0C-DE918D150F8B}" type="parTrans" cxnId="{2EC4DBA0-484D-4682-AF45-CE2DD25E6C4E}">
      <dgm:prSet/>
      <dgm:spPr/>
      <dgm:t>
        <a:bodyPr/>
        <a:lstStyle/>
        <a:p>
          <a:endParaRPr lang="en-US"/>
        </a:p>
      </dgm:t>
    </dgm:pt>
    <dgm:pt modelId="{7F4D457A-736F-4525-8998-3B9C2FDD54AD}" type="sibTrans" cxnId="{2EC4DBA0-484D-4682-AF45-CE2DD25E6C4E}">
      <dgm:prSet/>
      <dgm:spPr/>
      <dgm:t>
        <a:bodyPr/>
        <a:lstStyle/>
        <a:p>
          <a:endParaRPr lang="en-US"/>
        </a:p>
      </dgm:t>
    </dgm:pt>
    <dgm:pt modelId="{6D938DD2-0164-433B-8059-EF2F6199C144}">
      <dgm:prSet/>
      <dgm:spPr/>
      <dgm:t>
        <a:bodyPr/>
        <a:lstStyle/>
        <a:p>
          <a:r>
            <a:rPr lang="en-US"/>
            <a:t>Project Submission</a:t>
          </a:r>
        </a:p>
      </dgm:t>
    </dgm:pt>
    <dgm:pt modelId="{7F92BACC-93F4-45FE-B6EC-A00CDB2DF2C0}" type="parTrans" cxnId="{2C2B4E38-FDA4-4B41-8A0D-9855003F2AFE}">
      <dgm:prSet/>
      <dgm:spPr/>
      <dgm:t>
        <a:bodyPr/>
        <a:lstStyle/>
        <a:p>
          <a:endParaRPr lang="en-US"/>
        </a:p>
      </dgm:t>
    </dgm:pt>
    <dgm:pt modelId="{A53A430D-16FD-4D92-B10C-550F29659818}" type="sibTrans" cxnId="{2C2B4E38-FDA4-4B41-8A0D-9855003F2AFE}">
      <dgm:prSet/>
      <dgm:spPr/>
      <dgm:t>
        <a:bodyPr/>
        <a:lstStyle/>
        <a:p>
          <a:endParaRPr lang="en-US"/>
        </a:p>
      </dgm:t>
    </dgm:pt>
    <dgm:pt modelId="{2E5ACDE1-F9D1-4B3C-B8DB-BCBE8928230A}">
      <dgm:prSet phldr="0"/>
      <dgm:spPr/>
      <dgm:t>
        <a:bodyPr/>
        <a:lstStyle/>
        <a:p>
          <a:pPr>
            <a:defRPr b="1"/>
          </a:pPr>
          <a:r>
            <a:rPr lang="en-US" b="0">
              <a:solidFill>
                <a:srgbClr val="444444"/>
              </a:solidFill>
              <a:latin typeface="Calibri"/>
              <a:ea typeface="Calibri"/>
              <a:cs typeface="Calibri"/>
            </a:rPr>
            <a:t>Exploratory Data Analysis</a:t>
          </a:r>
          <a:endParaRPr lang="en-US"/>
        </a:p>
      </dgm:t>
    </dgm:pt>
    <dgm:pt modelId="{531215AF-E7CC-40BA-99B3-A3DE908220E8}" type="parTrans" cxnId="{26019A95-8D7F-412E-BBD7-46040BE6D38A}">
      <dgm:prSet/>
      <dgm:spPr/>
    </dgm:pt>
    <dgm:pt modelId="{5F01DFAC-5B9E-41F8-9B8C-AC919F0D992F}" type="sibTrans" cxnId="{26019A95-8D7F-412E-BBD7-46040BE6D38A}">
      <dgm:prSet/>
      <dgm:spPr/>
    </dgm:pt>
    <dgm:pt modelId="{C47191FF-BB49-480E-B280-F55326797C27}">
      <dgm:prSet phldr="0"/>
      <dgm:spPr/>
      <dgm:t>
        <a:bodyPr/>
        <a:lstStyle/>
        <a:p>
          <a:pPr rtl="0">
            <a:defRPr b="1"/>
          </a:pPr>
          <a:r>
            <a:rPr lang="en-US" b="0">
              <a:solidFill>
                <a:srgbClr val="444444"/>
              </a:solidFill>
              <a:latin typeface="Calibri"/>
              <a:ea typeface="Calibri"/>
              <a:cs typeface="Calibri"/>
            </a:rPr>
            <a:t>20 Oct</a:t>
          </a:r>
        </a:p>
      </dgm:t>
    </dgm:pt>
    <dgm:pt modelId="{AF70CA9D-F712-4C0B-BA31-5664EEDC8738}" type="parTrans" cxnId="{F96F66DB-9B3D-45AD-A776-72B4EB458AE5}">
      <dgm:prSet/>
      <dgm:spPr/>
    </dgm:pt>
    <dgm:pt modelId="{1EA01030-C9CE-4D16-AF51-49CC7D51A504}" type="sibTrans" cxnId="{F96F66DB-9B3D-45AD-A776-72B4EB458AE5}">
      <dgm:prSet/>
      <dgm:spPr/>
    </dgm:pt>
    <dgm:pt modelId="{54215358-0F08-44A3-8F58-9308C6DD436C}" type="pres">
      <dgm:prSet presAssocID="{A996D905-3488-4FA0-ABD1-CF6D7AD2C382}" presName="root" presStyleCnt="0">
        <dgm:presLayoutVars>
          <dgm:chMax/>
          <dgm:chPref/>
          <dgm:animLvl val="lvl"/>
        </dgm:presLayoutVars>
      </dgm:prSet>
      <dgm:spPr/>
    </dgm:pt>
    <dgm:pt modelId="{3B0D4E83-32BA-49F0-9FC2-516B10110823}" type="pres">
      <dgm:prSet presAssocID="{A996D905-3488-4FA0-ABD1-CF6D7AD2C382}" presName="divider" presStyleLbl="fgAcc1" presStyleIdx="0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gm:spPr>
    </dgm:pt>
    <dgm:pt modelId="{AC2595B2-8C25-4622-A280-35CAC46DDBAE}" type="pres">
      <dgm:prSet presAssocID="{A996D905-3488-4FA0-ABD1-CF6D7AD2C382}" presName="nodes" presStyleCnt="0">
        <dgm:presLayoutVars>
          <dgm:chMax/>
          <dgm:chPref/>
          <dgm:animLvl val="lvl"/>
        </dgm:presLayoutVars>
      </dgm:prSet>
      <dgm:spPr/>
    </dgm:pt>
    <dgm:pt modelId="{5ADEE79B-7B91-418B-8998-AEBBFA7E85A2}" type="pres">
      <dgm:prSet presAssocID="{E5453F74-1F91-48BE-B4B1-61392069E336}" presName="composite" presStyleCnt="0"/>
      <dgm:spPr/>
    </dgm:pt>
    <dgm:pt modelId="{DC9F8B1A-BB50-4E7B-89A7-F83EE5CEDFF4}" type="pres">
      <dgm:prSet presAssocID="{E5453F74-1F91-48BE-B4B1-61392069E336}" presName="ConnectorPoint" presStyleLbl="lnNode1" presStyleIdx="0" presStyleCnt="9"/>
      <dgm:spPr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2D3C5EBB-EA5A-41F8-AAF1-6E57CD13A532}" type="pres">
      <dgm:prSet presAssocID="{E5453F74-1F91-48BE-B4B1-61392069E336}" presName="DropPinPlaceHolder" presStyleCnt="0"/>
      <dgm:spPr/>
    </dgm:pt>
    <dgm:pt modelId="{2A7ED25C-92BA-498A-9276-BD3753FF4540}" type="pres">
      <dgm:prSet presAssocID="{E5453F74-1F91-48BE-B4B1-61392069E336}" presName="DropPin" presStyleLbl="alignNode1" presStyleIdx="0" presStyleCnt="9"/>
      <dgm:spPr/>
    </dgm:pt>
    <dgm:pt modelId="{6DE70E50-8457-4AB7-A6C9-4BEFE1BFA6CA}" type="pres">
      <dgm:prSet presAssocID="{E5453F74-1F91-48BE-B4B1-61392069E336}" presName="Ellipse" presStyleLbl="fgAcc1" presStyleIdx="1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94AEFE10-54B1-4645-ACDD-5262AD646D6D}" type="pres">
      <dgm:prSet presAssocID="{E5453F74-1F91-48BE-B4B1-61392069E336}" presName="L2TextContainer" presStyleLbl="revTx" presStyleIdx="0" presStyleCnt="18">
        <dgm:presLayoutVars>
          <dgm:bulletEnabled val="1"/>
        </dgm:presLayoutVars>
      </dgm:prSet>
      <dgm:spPr/>
    </dgm:pt>
    <dgm:pt modelId="{2EC2BF49-8217-40D8-8100-4AC9FA0B6804}" type="pres">
      <dgm:prSet presAssocID="{E5453F74-1F91-48BE-B4B1-61392069E336}" presName="L1TextContainer" presStyleLbl="revTx" presStyleIdx="1" presStyleCnt="18">
        <dgm:presLayoutVars>
          <dgm:chMax val="1"/>
          <dgm:chPref val="1"/>
          <dgm:bulletEnabled val="1"/>
        </dgm:presLayoutVars>
      </dgm:prSet>
      <dgm:spPr/>
    </dgm:pt>
    <dgm:pt modelId="{EAAE0DCB-E9D9-4B38-95BE-C867C5D2C347}" type="pres">
      <dgm:prSet presAssocID="{E5453F74-1F91-48BE-B4B1-61392069E336}" presName="ConnectLine" presStyleLbl="sibTrans1D1" presStyleIdx="0" presStyleCnt="9"/>
      <dgm:spPr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gm:spPr>
    </dgm:pt>
    <dgm:pt modelId="{33312B8C-9DA6-4FCB-B2B3-C7C1157DE477}" type="pres">
      <dgm:prSet presAssocID="{E5453F74-1F91-48BE-B4B1-61392069E336}" presName="EmptyPlaceHolder" presStyleCnt="0"/>
      <dgm:spPr/>
    </dgm:pt>
    <dgm:pt modelId="{B92D613D-66A3-46C1-BEFC-AC08C159DBD9}" type="pres">
      <dgm:prSet presAssocID="{4C265748-AA99-4AB9-AF5C-132C2D792F0F}" presName="spaceBetweenRectangles" presStyleCnt="0"/>
      <dgm:spPr/>
    </dgm:pt>
    <dgm:pt modelId="{F0C5D3C9-A034-4C96-BFB2-74134C5B95BD}" type="pres">
      <dgm:prSet presAssocID="{6831B92B-1FD8-4B11-B1EA-0E6BA52137A9}" presName="composite" presStyleCnt="0"/>
      <dgm:spPr/>
    </dgm:pt>
    <dgm:pt modelId="{29739AB7-6C74-4458-8B38-B41FAC071755}" type="pres">
      <dgm:prSet presAssocID="{6831B92B-1FD8-4B11-B1EA-0E6BA52137A9}" presName="ConnectorPoint" presStyleLbl="lnNode1" presStyleIdx="1" presStyleCnt="9"/>
      <dgm:spPr>
        <a:solidFill>
          <a:schemeClr val="accent2">
            <a:hueOff val="-231320"/>
            <a:satOff val="-3347"/>
            <a:lumOff val="-1642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A967A87-0B91-4488-AE3C-E90ED2C72F2E}" type="pres">
      <dgm:prSet presAssocID="{6831B92B-1FD8-4B11-B1EA-0E6BA52137A9}" presName="DropPinPlaceHolder" presStyleCnt="0"/>
      <dgm:spPr/>
    </dgm:pt>
    <dgm:pt modelId="{A8231DC7-F259-4418-9AA2-ED2265EEB110}" type="pres">
      <dgm:prSet presAssocID="{6831B92B-1FD8-4B11-B1EA-0E6BA52137A9}" presName="DropPin" presStyleLbl="alignNode1" presStyleIdx="1" presStyleCnt="9"/>
      <dgm:spPr/>
    </dgm:pt>
    <dgm:pt modelId="{08B31B1B-FFB0-41B3-8D59-B3C50FF3DFA4}" type="pres">
      <dgm:prSet presAssocID="{6831B92B-1FD8-4B11-B1EA-0E6BA52137A9}" presName="Ellipse" presStyleLbl="fgAcc1" presStyleIdx="2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A9C2A0A0-7FDE-4BD8-B18F-58BC4C8F09D5}" type="pres">
      <dgm:prSet presAssocID="{6831B92B-1FD8-4B11-B1EA-0E6BA52137A9}" presName="L2TextContainer" presStyleLbl="revTx" presStyleIdx="2" presStyleCnt="18">
        <dgm:presLayoutVars>
          <dgm:bulletEnabled val="1"/>
        </dgm:presLayoutVars>
      </dgm:prSet>
      <dgm:spPr/>
    </dgm:pt>
    <dgm:pt modelId="{C02312AA-B09E-4D6F-BDB3-A069F7598E99}" type="pres">
      <dgm:prSet presAssocID="{6831B92B-1FD8-4B11-B1EA-0E6BA52137A9}" presName="L1TextContainer" presStyleLbl="revTx" presStyleIdx="3" presStyleCnt="18">
        <dgm:presLayoutVars>
          <dgm:chMax val="1"/>
          <dgm:chPref val="1"/>
          <dgm:bulletEnabled val="1"/>
        </dgm:presLayoutVars>
      </dgm:prSet>
      <dgm:spPr/>
    </dgm:pt>
    <dgm:pt modelId="{0B90183E-52C9-414E-857A-908FDCBFA2FB}" type="pres">
      <dgm:prSet presAssocID="{6831B92B-1FD8-4B11-B1EA-0E6BA52137A9}" presName="ConnectLine" presStyleLbl="sibTrans1D1" presStyleIdx="1" presStyleCnt="9"/>
      <dgm:spPr>
        <a:noFill/>
        <a:ln w="12700" cap="flat" cmpd="sng" algn="ctr">
          <a:solidFill>
            <a:schemeClr val="accent2">
              <a:hueOff val="-231320"/>
              <a:satOff val="-3347"/>
              <a:lumOff val="-1642"/>
              <a:alphaOff val="0"/>
            </a:schemeClr>
          </a:solidFill>
          <a:prstDash val="dash"/>
          <a:miter lim="800000"/>
        </a:ln>
        <a:effectLst/>
      </dgm:spPr>
    </dgm:pt>
    <dgm:pt modelId="{95EC15BB-DA44-4486-9AFA-A288EA118514}" type="pres">
      <dgm:prSet presAssocID="{6831B92B-1FD8-4B11-B1EA-0E6BA52137A9}" presName="EmptyPlaceHolder" presStyleCnt="0"/>
      <dgm:spPr/>
    </dgm:pt>
    <dgm:pt modelId="{387281AE-8DA8-44A7-A432-0B89A88A2D74}" type="pres">
      <dgm:prSet presAssocID="{AC18788D-F1CE-41B3-8F75-EC859814AE86}" presName="spaceBetweenRectangles" presStyleCnt="0"/>
      <dgm:spPr/>
    </dgm:pt>
    <dgm:pt modelId="{2DA9D8C9-EF8A-4A8C-A753-C8E1CE6BF520}" type="pres">
      <dgm:prSet presAssocID="{A579E6D7-8423-40CC-8CBA-ED040A15CE2F}" presName="composite" presStyleCnt="0"/>
      <dgm:spPr/>
    </dgm:pt>
    <dgm:pt modelId="{A9D54AF7-0669-4659-98A9-993C76062400}" type="pres">
      <dgm:prSet presAssocID="{A579E6D7-8423-40CC-8CBA-ED040A15CE2F}" presName="ConnectorPoint" presStyleLbl="lnNode1" presStyleIdx="2" presStyleCnt="9"/>
      <dgm:spPr>
        <a:solidFill>
          <a:schemeClr val="accent2">
            <a:hueOff val="-462640"/>
            <a:satOff val="-6694"/>
            <a:lumOff val="-3284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A1DA261D-7D15-4B8D-B273-5DB6029B40BE}" type="pres">
      <dgm:prSet presAssocID="{A579E6D7-8423-40CC-8CBA-ED040A15CE2F}" presName="DropPinPlaceHolder" presStyleCnt="0"/>
      <dgm:spPr/>
    </dgm:pt>
    <dgm:pt modelId="{C0F8EF9A-BFD6-408B-8D49-BA77EAA03515}" type="pres">
      <dgm:prSet presAssocID="{A579E6D7-8423-40CC-8CBA-ED040A15CE2F}" presName="DropPin" presStyleLbl="alignNode1" presStyleIdx="2" presStyleCnt="9"/>
      <dgm:spPr/>
    </dgm:pt>
    <dgm:pt modelId="{97AC3F99-4A14-49BC-A585-7DDC00043494}" type="pres">
      <dgm:prSet presAssocID="{A579E6D7-8423-40CC-8CBA-ED040A15CE2F}" presName="Ellipse" presStyleLbl="fgAcc1" presStyleIdx="3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147B1B0A-B4EB-4354-B1ED-7BDAB5EE4413}" type="pres">
      <dgm:prSet presAssocID="{A579E6D7-8423-40CC-8CBA-ED040A15CE2F}" presName="L2TextContainer" presStyleLbl="revTx" presStyleIdx="4" presStyleCnt="18">
        <dgm:presLayoutVars>
          <dgm:bulletEnabled val="1"/>
        </dgm:presLayoutVars>
      </dgm:prSet>
      <dgm:spPr/>
    </dgm:pt>
    <dgm:pt modelId="{1EA3059D-BAA3-4344-A317-4672B80FCAA2}" type="pres">
      <dgm:prSet presAssocID="{A579E6D7-8423-40CC-8CBA-ED040A15CE2F}" presName="L1TextContainer" presStyleLbl="revTx" presStyleIdx="5" presStyleCnt="18">
        <dgm:presLayoutVars>
          <dgm:chMax val="1"/>
          <dgm:chPref val="1"/>
          <dgm:bulletEnabled val="1"/>
        </dgm:presLayoutVars>
      </dgm:prSet>
      <dgm:spPr/>
    </dgm:pt>
    <dgm:pt modelId="{3B83C966-1950-424B-A6FA-CD18DA29724D}" type="pres">
      <dgm:prSet presAssocID="{A579E6D7-8423-40CC-8CBA-ED040A15CE2F}" presName="ConnectLine" presStyleLbl="sibTrans1D1" presStyleIdx="2" presStyleCnt="9"/>
      <dgm:spPr>
        <a:noFill/>
        <a:ln w="12700" cap="flat" cmpd="sng" algn="ctr">
          <a:solidFill>
            <a:schemeClr val="accent2">
              <a:hueOff val="-462640"/>
              <a:satOff val="-6694"/>
              <a:lumOff val="-3284"/>
              <a:alphaOff val="0"/>
            </a:schemeClr>
          </a:solidFill>
          <a:prstDash val="dash"/>
          <a:miter lim="800000"/>
        </a:ln>
        <a:effectLst/>
      </dgm:spPr>
    </dgm:pt>
    <dgm:pt modelId="{5A8F8B80-2A7F-46B1-9F32-F5EE01CC7B80}" type="pres">
      <dgm:prSet presAssocID="{A579E6D7-8423-40CC-8CBA-ED040A15CE2F}" presName="EmptyPlaceHolder" presStyleCnt="0"/>
      <dgm:spPr/>
    </dgm:pt>
    <dgm:pt modelId="{8E99A5D1-5C65-4B9E-952B-7D83AD386214}" type="pres">
      <dgm:prSet presAssocID="{BC8F6187-413F-485B-8C95-67774E6B7D82}" presName="spaceBetweenRectangles" presStyleCnt="0"/>
      <dgm:spPr/>
    </dgm:pt>
    <dgm:pt modelId="{E529CC79-C538-42EF-9F9A-DA8A86DCF861}" type="pres">
      <dgm:prSet presAssocID="{04AAFBB2-A5CF-49A3-AA43-451982C01B68}" presName="composite" presStyleCnt="0"/>
      <dgm:spPr/>
    </dgm:pt>
    <dgm:pt modelId="{BA6910F5-7951-478F-97D6-160B25BB89B6}" type="pres">
      <dgm:prSet presAssocID="{04AAFBB2-A5CF-49A3-AA43-451982C01B68}" presName="ConnectorPoint" presStyleLbl="lnNode1" presStyleIdx="3" presStyleCnt="9"/>
      <dgm:spPr>
        <a:solidFill>
          <a:schemeClr val="accent2">
            <a:hueOff val="-693960"/>
            <a:satOff val="-10041"/>
            <a:lumOff val="-4926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CF4587A2-9816-4393-927B-58E8F1FCC558}" type="pres">
      <dgm:prSet presAssocID="{04AAFBB2-A5CF-49A3-AA43-451982C01B68}" presName="DropPinPlaceHolder" presStyleCnt="0"/>
      <dgm:spPr/>
    </dgm:pt>
    <dgm:pt modelId="{E84AF261-7F89-45BF-BCA1-945B95DC1101}" type="pres">
      <dgm:prSet presAssocID="{04AAFBB2-A5CF-49A3-AA43-451982C01B68}" presName="DropPin" presStyleLbl="alignNode1" presStyleIdx="3" presStyleCnt="9"/>
      <dgm:spPr/>
    </dgm:pt>
    <dgm:pt modelId="{6316858C-1CC2-43B2-A0EA-9CBFB1D94500}" type="pres">
      <dgm:prSet presAssocID="{04AAFBB2-A5CF-49A3-AA43-451982C01B68}" presName="Ellipse" presStyleLbl="fgAcc1" presStyleIdx="4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5C895D78-9F49-4BF4-8A25-ADCC3E7BAE06}" type="pres">
      <dgm:prSet presAssocID="{04AAFBB2-A5CF-49A3-AA43-451982C01B68}" presName="L2TextContainer" presStyleLbl="revTx" presStyleIdx="6" presStyleCnt="18">
        <dgm:presLayoutVars>
          <dgm:bulletEnabled val="1"/>
        </dgm:presLayoutVars>
      </dgm:prSet>
      <dgm:spPr/>
    </dgm:pt>
    <dgm:pt modelId="{1CCDED06-CD30-48DA-BF15-909B904E013B}" type="pres">
      <dgm:prSet presAssocID="{04AAFBB2-A5CF-49A3-AA43-451982C01B68}" presName="L1TextContainer" presStyleLbl="revTx" presStyleIdx="7" presStyleCnt="18">
        <dgm:presLayoutVars>
          <dgm:chMax val="1"/>
          <dgm:chPref val="1"/>
          <dgm:bulletEnabled val="1"/>
        </dgm:presLayoutVars>
      </dgm:prSet>
      <dgm:spPr/>
    </dgm:pt>
    <dgm:pt modelId="{824D1BAA-A39F-47AC-BA0C-9A880A90E4C2}" type="pres">
      <dgm:prSet presAssocID="{04AAFBB2-A5CF-49A3-AA43-451982C01B68}" presName="ConnectLine" presStyleLbl="sibTrans1D1" presStyleIdx="3" presStyleCnt="9"/>
      <dgm:spPr>
        <a:noFill/>
        <a:ln w="12700" cap="flat" cmpd="sng" algn="ctr">
          <a:solidFill>
            <a:schemeClr val="accent2">
              <a:hueOff val="-693960"/>
              <a:satOff val="-10041"/>
              <a:lumOff val="-4926"/>
              <a:alphaOff val="0"/>
            </a:schemeClr>
          </a:solidFill>
          <a:prstDash val="dash"/>
          <a:miter lim="800000"/>
        </a:ln>
        <a:effectLst/>
      </dgm:spPr>
    </dgm:pt>
    <dgm:pt modelId="{971B95B0-1ADE-49FD-87EC-D2F7A6C9C318}" type="pres">
      <dgm:prSet presAssocID="{04AAFBB2-A5CF-49A3-AA43-451982C01B68}" presName="EmptyPlaceHolder" presStyleCnt="0"/>
      <dgm:spPr/>
    </dgm:pt>
    <dgm:pt modelId="{E16DD5D1-075E-4484-A1E0-F6B7F1D37EE8}" type="pres">
      <dgm:prSet presAssocID="{EEF71456-1B70-48BD-80A6-598B06096391}" presName="spaceBetweenRectangles" presStyleCnt="0"/>
      <dgm:spPr/>
    </dgm:pt>
    <dgm:pt modelId="{7F0699ED-5A29-4C4D-AB02-0B8C092462AA}" type="pres">
      <dgm:prSet presAssocID="{C47191FF-BB49-480E-B280-F55326797C27}" presName="composite" presStyleCnt="0"/>
      <dgm:spPr/>
    </dgm:pt>
    <dgm:pt modelId="{DC378E1D-FBBD-400D-8406-E2C095D5DC08}" type="pres">
      <dgm:prSet presAssocID="{C47191FF-BB49-480E-B280-F55326797C27}" presName="ConnectorPoint" presStyleLbl="lnNode1" presStyleIdx="4" presStyleCnt="9"/>
      <dgm:spPr>
        <a:solidFill>
          <a:schemeClr val="accent2">
            <a:hueOff val="-1028088"/>
            <a:satOff val="-14875"/>
            <a:lumOff val="-729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D08DCE2-B714-42C4-AC0C-335CD01B3DAD}" type="pres">
      <dgm:prSet presAssocID="{C47191FF-BB49-480E-B280-F55326797C27}" presName="DropPinPlaceHolder" presStyleCnt="0"/>
      <dgm:spPr/>
    </dgm:pt>
    <dgm:pt modelId="{7D2554AC-5037-42C0-8D37-86F9A3C79601}" type="pres">
      <dgm:prSet presAssocID="{C47191FF-BB49-480E-B280-F55326797C27}" presName="DropPin" presStyleLbl="alignNode1" presStyleIdx="4" presStyleCnt="9"/>
      <dgm:spPr/>
    </dgm:pt>
    <dgm:pt modelId="{7349E073-9D84-4767-87BA-7A02A31522C7}" type="pres">
      <dgm:prSet presAssocID="{C47191FF-BB49-480E-B280-F55326797C27}" presName="Ellipse" presStyleLbl="fgAcc1" presStyleIdx="5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F9B4B8A7-B076-472C-89AE-52EEBCA2EE3C}" type="pres">
      <dgm:prSet presAssocID="{C47191FF-BB49-480E-B280-F55326797C27}" presName="L2TextContainer" presStyleLbl="revTx" presStyleIdx="8" presStyleCnt="18">
        <dgm:presLayoutVars>
          <dgm:bulletEnabled val="1"/>
        </dgm:presLayoutVars>
      </dgm:prSet>
      <dgm:spPr/>
    </dgm:pt>
    <dgm:pt modelId="{FE72CE33-0137-42F9-89AB-3FA8C3C26512}" type="pres">
      <dgm:prSet presAssocID="{C47191FF-BB49-480E-B280-F55326797C27}" presName="L1TextContainer" presStyleLbl="revTx" presStyleIdx="9" presStyleCnt="18">
        <dgm:presLayoutVars>
          <dgm:chMax val="1"/>
          <dgm:chPref val="1"/>
          <dgm:bulletEnabled val="1"/>
        </dgm:presLayoutVars>
      </dgm:prSet>
      <dgm:spPr/>
    </dgm:pt>
    <dgm:pt modelId="{969DBD76-5704-4AA5-9EDB-FEC9CC9B0B96}" type="pres">
      <dgm:prSet presAssocID="{C47191FF-BB49-480E-B280-F55326797C27}" presName="ConnectLine" presStyleLbl="sibTrans1D1" presStyleIdx="4" presStyleCnt="9"/>
      <dgm:spPr>
        <a:noFill/>
        <a:ln w="12700" cap="flat" cmpd="sng" algn="ctr">
          <a:solidFill>
            <a:schemeClr val="accent2">
              <a:hueOff val="-1028088"/>
              <a:satOff val="-14875"/>
              <a:lumOff val="-7298"/>
              <a:alphaOff val="0"/>
            </a:schemeClr>
          </a:solidFill>
          <a:prstDash val="dash"/>
          <a:miter lim="800000"/>
        </a:ln>
        <a:effectLst/>
      </dgm:spPr>
    </dgm:pt>
    <dgm:pt modelId="{724FAEF0-464A-4674-A1DC-36533DA06A1B}" type="pres">
      <dgm:prSet presAssocID="{C47191FF-BB49-480E-B280-F55326797C27}" presName="EmptyPlaceHolder" presStyleCnt="0"/>
      <dgm:spPr/>
    </dgm:pt>
    <dgm:pt modelId="{351C50B3-9A98-4FD7-A923-A5D4F4F48371}" type="pres">
      <dgm:prSet presAssocID="{1EA01030-C9CE-4D16-AF51-49CC7D51A504}" presName="spaceBetweenRectangles" presStyleCnt="0"/>
      <dgm:spPr/>
    </dgm:pt>
    <dgm:pt modelId="{0465CFF4-CD37-4A9A-B45C-89772C999E76}" type="pres">
      <dgm:prSet presAssocID="{C8EAB0B5-E1F2-469B-9C9D-FE1FD4477D63}" presName="composite" presStyleCnt="0"/>
      <dgm:spPr/>
    </dgm:pt>
    <dgm:pt modelId="{C9D942D1-B355-479C-8742-06460712145A}" type="pres">
      <dgm:prSet presAssocID="{C8EAB0B5-E1F2-469B-9C9D-FE1FD4477D63}" presName="ConnectorPoint" presStyleLbl="lnNode1" presStyleIdx="5" presStyleCnt="9"/>
      <dgm:spPr>
        <a:solidFill>
          <a:schemeClr val="accent2">
            <a:hueOff val="-925279"/>
            <a:satOff val="-13388"/>
            <a:lumOff val="-656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331D3099-3A32-4552-A2E8-8C3EC11CBEB1}" type="pres">
      <dgm:prSet presAssocID="{C8EAB0B5-E1F2-469B-9C9D-FE1FD4477D63}" presName="DropPinPlaceHolder" presStyleCnt="0"/>
      <dgm:spPr/>
    </dgm:pt>
    <dgm:pt modelId="{AA897F22-35B6-4E8E-BDE1-97E36B8601A5}" type="pres">
      <dgm:prSet presAssocID="{C8EAB0B5-E1F2-469B-9C9D-FE1FD4477D63}" presName="DropPin" presStyleLbl="alignNode1" presStyleIdx="5" presStyleCnt="9"/>
      <dgm:spPr/>
    </dgm:pt>
    <dgm:pt modelId="{AA1D3345-B631-4B2F-9449-62CE90900109}" type="pres">
      <dgm:prSet presAssocID="{C8EAB0B5-E1F2-469B-9C9D-FE1FD4477D63}" presName="Ellipse" presStyleLbl="fgAcc1" presStyleIdx="6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07432555-6A23-4ED5-A91D-3C4068BACFF5}" type="pres">
      <dgm:prSet presAssocID="{C8EAB0B5-E1F2-469B-9C9D-FE1FD4477D63}" presName="L2TextContainer" presStyleLbl="revTx" presStyleIdx="10" presStyleCnt="18">
        <dgm:presLayoutVars>
          <dgm:bulletEnabled val="1"/>
        </dgm:presLayoutVars>
      </dgm:prSet>
      <dgm:spPr/>
    </dgm:pt>
    <dgm:pt modelId="{1523B44C-7F20-45D0-A477-92BEDB2F5B83}" type="pres">
      <dgm:prSet presAssocID="{C8EAB0B5-E1F2-469B-9C9D-FE1FD4477D63}" presName="L1TextContainer" presStyleLbl="revTx" presStyleIdx="11" presStyleCnt="18">
        <dgm:presLayoutVars>
          <dgm:chMax val="1"/>
          <dgm:chPref val="1"/>
          <dgm:bulletEnabled val="1"/>
        </dgm:presLayoutVars>
      </dgm:prSet>
      <dgm:spPr/>
    </dgm:pt>
    <dgm:pt modelId="{8F482D86-E8FB-4B2B-8446-264CA0B53DBF}" type="pres">
      <dgm:prSet presAssocID="{C8EAB0B5-E1F2-469B-9C9D-FE1FD4477D63}" presName="ConnectLine" presStyleLbl="sibTrans1D1" presStyleIdx="5" presStyleCnt="9"/>
      <dgm:spPr>
        <a:noFill/>
        <a:ln w="12700" cap="flat" cmpd="sng" algn="ctr">
          <a:solidFill>
            <a:schemeClr val="accent2">
              <a:hueOff val="-925279"/>
              <a:satOff val="-13388"/>
              <a:lumOff val="-6569"/>
              <a:alphaOff val="0"/>
            </a:schemeClr>
          </a:solidFill>
          <a:prstDash val="dash"/>
          <a:miter lim="800000"/>
        </a:ln>
        <a:effectLst/>
      </dgm:spPr>
    </dgm:pt>
    <dgm:pt modelId="{5566E9C7-F17A-4474-9E44-A43E7A1362B1}" type="pres">
      <dgm:prSet presAssocID="{C8EAB0B5-E1F2-469B-9C9D-FE1FD4477D63}" presName="EmptyPlaceHolder" presStyleCnt="0"/>
      <dgm:spPr/>
    </dgm:pt>
    <dgm:pt modelId="{DA6A27CF-0F8A-47B4-A6F3-A937F86BFD1A}" type="pres">
      <dgm:prSet presAssocID="{0146F887-7C9C-4325-817C-73E803D905E1}" presName="spaceBetweenRectangles" presStyleCnt="0"/>
      <dgm:spPr/>
    </dgm:pt>
    <dgm:pt modelId="{9E905EFF-35A9-4C12-A9F8-D5513FB81465}" type="pres">
      <dgm:prSet presAssocID="{5B8DCC5B-2187-487C-B3A0-655C2DB5ED9A}" presName="composite" presStyleCnt="0"/>
      <dgm:spPr/>
    </dgm:pt>
    <dgm:pt modelId="{83E4868D-C520-44BC-9F6A-68BE74DF9E5B}" type="pres">
      <dgm:prSet presAssocID="{5B8DCC5B-2187-487C-B3A0-655C2DB5ED9A}" presName="ConnectorPoint" presStyleLbl="lnNode1" presStyleIdx="6" presStyleCnt="9"/>
      <dgm:spPr>
        <a:solidFill>
          <a:schemeClr val="accent2">
            <a:hueOff val="-1156599"/>
            <a:satOff val="-16734"/>
            <a:lumOff val="-8211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4215AD23-56E2-4FD6-8A09-E9451DD218E0}" type="pres">
      <dgm:prSet presAssocID="{5B8DCC5B-2187-487C-B3A0-655C2DB5ED9A}" presName="DropPinPlaceHolder" presStyleCnt="0"/>
      <dgm:spPr/>
    </dgm:pt>
    <dgm:pt modelId="{17D0661F-46CE-4BF6-8C2D-D2841111809B}" type="pres">
      <dgm:prSet presAssocID="{5B8DCC5B-2187-487C-B3A0-655C2DB5ED9A}" presName="DropPin" presStyleLbl="alignNode1" presStyleIdx="6" presStyleCnt="9"/>
      <dgm:spPr/>
    </dgm:pt>
    <dgm:pt modelId="{CAB34B3B-FFB9-49DF-AE0C-043DFA2F3091}" type="pres">
      <dgm:prSet presAssocID="{5B8DCC5B-2187-487C-B3A0-655C2DB5ED9A}" presName="Ellipse" presStyleLbl="fgAcc1" presStyleIdx="7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B4485EAD-3959-4FB6-B356-BDE64FA13CF0}" type="pres">
      <dgm:prSet presAssocID="{5B8DCC5B-2187-487C-B3A0-655C2DB5ED9A}" presName="L2TextContainer" presStyleLbl="revTx" presStyleIdx="12" presStyleCnt="18">
        <dgm:presLayoutVars>
          <dgm:bulletEnabled val="1"/>
        </dgm:presLayoutVars>
      </dgm:prSet>
      <dgm:spPr/>
    </dgm:pt>
    <dgm:pt modelId="{ADD06CDB-DA5C-401A-A583-5645CC101C09}" type="pres">
      <dgm:prSet presAssocID="{5B8DCC5B-2187-487C-B3A0-655C2DB5ED9A}" presName="L1TextContainer" presStyleLbl="revTx" presStyleIdx="13" presStyleCnt="18">
        <dgm:presLayoutVars>
          <dgm:chMax val="1"/>
          <dgm:chPref val="1"/>
          <dgm:bulletEnabled val="1"/>
        </dgm:presLayoutVars>
      </dgm:prSet>
      <dgm:spPr/>
    </dgm:pt>
    <dgm:pt modelId="{304BAB74-B5C8-4ECB-9792-356D59C688E7}" type="pres">
      <dgm:prSet presAssocID="{5B8DCC5B-2187-487C-B3A0-655C2DB5ED9A}" presName="ConnectLine" presStyleLbl="sibTrans1D1" presStyleIdx="6" presStyleCnt="9"/>
      <dgm:spPr>
        <a:noFill/>
        <a:ln w="12700" cap="flat" cmpd="sng" algn="ctr">
          <a:solidFill>
            <a:schemeClr val="accent2">
              <a:hueOff val="-1156599"/>
              <a:satOff val="-16734"/>
              <a:lumOff val="-8211"/>
              <a:alphaOff val="0"/>
            </a:schemeClr>
          </a:solidFill>
          <a:prstDash val="dash"/>
          <a:miter lim="800000"/>
        </a:ln>
        <a:effectLst/>
      </dgm:spPr>
    </dgm:pt>
    <dgm:pt modelId="{3C7C2AD7-06C3-4CBB-9AAB-28BF08F72A0C}" type="pres">
      <dgm:prSet presAssocID="{5B8DCC5B-2187-487C-B3A0-655C2DB5ED9A}" presName="EmptyPlaceHolder" presStyleCnt="0"/>
      <dgm:spPr/>
    </dgm:pt>
    <dgm:pt modelId="{FDBF5A9C-E806-44EB-9FD1-7801E9DDF66B}" type="pres">
      <dgm:prSet presAssocID="{21622C6C-F61C-475C-8FC9-AA658DCD28E4}" presName="spaceBetweenRectangles" presStyleCnt="0"/>
      <dgm:spPr/>
    </dgm:pt>
    <dgm:pt modelId="{36C40023-6A75-4548-890C-4872EF8E9817}" type="pres">
      <dgm:prSet presAssocID="{8BB160DA-9877-4795-BF36-B84DB31A688C}" presName="composite" presStyleCnt="0"/>
      <dgm:spPr/>
    </dgm:pt>
    <dgm:pt modelId="{D7D59051-9951-4250-8611-4D9D0D4505CE}" type="pres">
      <dgm:prSet presAssocID="{8BB160DA-9877-4795-BF36-B84DB31A688C}" presName="ConnectorPoint" presStyleLbl="lnNode1" presStyleIdx="7" presStyleCnt="9"/>
      <dgm:spPr>
        <a:solidFill>
          <a:schemeClr val="accent2">
            <a:hueOff val="-1387919"/>
            <a:satOff val="-20081"/>
            <a:lumOff val="-985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67C53ABB-896C-4F6D-BF7C-1B617DDE59B9}" type="pres">
      <dgm:prSet presAssocID="{8BB160DA-9877-4795-BF36-B84DB31A688C}" presName="DropPinPlaceHolder" presStyleCnt="0"/>
      <dgm:spPr/>
    </dgm:pt>
    <dgm:pt modelId="{7D47B8BB-B6ED-471E-87AB-FF64E0B538D3}" type="pres">
      <dgm:prSet presAssocID="{8BB160DA-9877-4795-BF36-B84DB31A688C}" presName="DropPin" presStyleLbl="alignNode1" presStyleIdx="7" presStyleCnt="9"/>
      <dgm:spPr/>
    </dgm:pt>
    <dgm:pt modelId="{696CF568-7B77-495F-8762-CE1117B46215}" type="pres">
      <dgm:prSet presAssocID="{8BB160DA-9877-4795-BF36-B84DB31A688C}" presName="Ellipse" presStyleLbl="fgAcc1" presStyleIdx="8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26A11BB9-A08C-4844-BA87-09C3243553AB}" type="pres">
      <dgm:prSet presAssocID="{8BB160DA-9877-4795-BF36-B84DB31A688C}" presName="L2TextContainer" presStyleLbl="revTx" presStyleIdx="14" presStyleCnt="18">
        <dgm:presLayoutVars>
          <dgm:bulletEnabled val="1"/>
        </dgm:presLayoutVars>
      </dgm:prSet>
      <dgm:spPr/>
    </dgm:pt>
    <dgm:pt modelId="{96B5CE69-D809-4061-B5AA-E27CAE973EDD}" type="pres">
      <dgm:prSet presAssocID="{8BB160DA-9877-4795-BF36-B84DB31A688C}" presName="L1TextContainer" presStyleLbl="revTx" presStyleIdx="15" presStyleCnt="18">
        <dgm:presLayoutVars>
          <dgm:chMax val="1"/>
          <dgm:chPref val="1"/>
          <dgm:bulletEnabled val="1"/>
        </dgm:presLayoutVars>
      </dgm:prSet>
      <dgm:spPr/>
    </dgm:pt>
    <dgm:pt modelId="{0B6A8594-A0A3-4372-8F35-4A23620E622A}" type="pres">
      <dgm:prSet presAssocID="{8BB160DA-9877-4795-BF36-B84DB31A688C}" presName="ConnectLine" presStyleLbl="sibTrans1D1" presStyleIdx="7" presStyleCnt="9"/>
      <dgm:spPr>
        <a:noFill/>
        <a:ln w="12700" cap="flat" cmpd="sng" algn="ctr">
          <a:solidFill>
            <a:schemeClr val="accent2">
              <a:hueOff val="-1387919"/>
              <a:satOff val="-20081"/>
              <a:lumOff val="-9853"/>
              <a:alphaOff val="0"/>
            </a:schemeClr>
          </a:solidFill>
          <a:prstDash val="dash"/>
          <a:miter lim="800000"/>
        </a:ln>
        <a:effectLst/>
      </dgm:spPr>
    </dgm:pt>
    <dgm:pt modelId="{B1F1B928-B659-4C8B-B9D6-6671ED426F8A}" type="pres">
      <dgm:prSet presAssocID="{8BB160DA-9877-4795-BF36-B84DB31A688C}" presName="EmptyPlaceHolder" presStyleCnt="0"/>
      <dgm:spPr/>
    </dgm:pt>
    <dgm:pt modelId="{418E268F-C7D8-404B-8BC9-0B1247F9C6C4}" type="pres">
      <dgm:prSet presAssocID="{842A1C26-C3DC-4B75-9C42-7E0D64E857B6}" presName="spaceBetweenRectangles" presStyleCnt="0"/>
      <dgm:spPr/>
    </dgm:pt>
    <dgm:pt modelId="{110C1DC0-085B-4F75-BB8F-BDDE9F4AF7B6}" type="pres">
      <dgm:prSet presAssocID="{9C985171-77C4-4BC6-895C-00090878E531}" presName="composite" presStyleCnt="0"/>
      <dgm:spPr/>
    </dgm:pt>
    <dgm:pt modelId="{1AA845D2-B716-49E7-89B6-8E96E6DF7273}" type="pres">
      <dgm:prSet presAssocID="{9C985171-77C4-4BC6-895C-00090878E531}" presName="ConnectorPoint" presStyleLbl="lnNode1" presStyleIdx="8" presStyleCnt="9"/>
      <dgm:spPr>
        <a:solidFill>
          <a:schemeClr val="accent2">
            <a:hueOff val="-1619239"/>
            <a:satOff val="-23428"/>
            <a:lumOff val="-1149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gm:spPr>
    </dgm:pt>
    <dgm:pt modelId="{5B324CED-E2D0-427D-AA44-21B05AB197A5}" type="pres">
      <dgm:prSet presAssocID="{9C985171-77C4-4BC6-895C-00090878E531}" presName="DropPinPlaceHolder" presStyleCnt="0"/>
      <dgm:spPr/>
    </dgm:pt>
    <dgm:pt modelId="{811D3CD2-3997-486A-A9B9-D6CDE4222787}" type="pres">
      <dgm:prSet presAssocID="{9C985171-77C4-4BC6-895C-00090878E531}" presName="DropPin" presStyleLbl="alignNode1" presStyleIdx="8" presStyleCnt="9"/>
      <dgm:spPr/>
    </dgm:pt>
    <dgm:pt modelId="{31EB66A2-3B8D-4B77-9E0E-E79CBA1089B5}" type="pres">
      <dgm:prSet presAssocID="{9C985171-77C4-4BC6-895C-00090878E531}" presName="Ellipse" presStyleLbl="fgAcc1" presStyleIdx="9" presStyleCnt="10"/>
      <dgm:spPr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gm:spPr>
    </dgm:pt>
    <dgm:pt modelId="{65DC604E-856E-4BC0-ACCC-6763219F399D}" type="pres">
      <dgm:prSet presAssocID="{9C985171-77C4-4BC6-895C-00090878E531}" presName="L2TextContainer" presStyleLbl="revTx" presStyleIdx="16" presStyleCnt="18">
        <dgm:presLayoutVars>
          <dgm:bulletEnabled val="1"/>
        </dgm:presLayoutVars>
      </dgm:prSet>
      <dgm:spPr/>
    </dgm:pt>
    <dgm:pt modelId="{EA145325-4FA9-43A2-A3F1-32B3405D69A0}" type="pres">
      <dgm:prSet presAssocID="{9C985171-77C4-4BC6-895C-00090878E531}" presName="L1TextContainer" presStyleLbl="revTx" presStyleIdx="17" presStyleCnt="18">
        <dgm:presLayoutVars>
          <dgm:chMax val="1"/>
          <dgm:chPref val="1"/>
          <dgm:bulletEnabled val="1"/>
        </dgm:presLayoutVars>
      </dgm:prSet>
      <dgm:spPr/>
    </dgm:pt>
    <dgm:pt modelId="{C7F3AEA4-409C-4C6E-80CE-EFC53D041E59}" type="pres">
      <dgm:prSet presAssocID="{9C985171-77C4-4BC6-895C-00090878E531}" presName="ConnectLine" presStyleLbl="sibTrans1D1" presStyleIdx="8" presStyleCnt="9"/>
      <dgm:spPr>
        <a:noFill/>
        <a:ln w="12700" cap="flat" cmpd="sng" algn="ctr">
          <a:solidFill>
            <a:schemeClr val="accent2">
              <a:hueOff val="-1619239"/>
              <a:satOff val="-23428"/>
              <a:lumOff val="-11495"/>
              <a:alphaOff val="0"/>
            </a:schemeClr>
          </a:solidFill>
          <a:prstDash val="dash"/>
          <a:miter lim="800000"/>
        </a:ln>
        <a:effectLst/>
      </dgm:spPr>
    </dgm:pt>
    <dgm:pt modelId="{F9C130A1-F18E-41FC-90CE-96151FB1A987}" type="pres">
      <dgm:prSet presAssocID="{9C985171-77C4-4BC6-895C-00090878E531}" presName="EmptyPlaceHolder" presStyleCnt="0"/>
      <dgm:spPr/>
    </dgm:pt>
  </dgm:ptLst>
  <dgm:cxnLst>
    <dgm:cxn modelId="{E1CAB306-69C8-4FA5-A149-82706FEF748E}" srcId="{8BB160DA-9877-4795-BF36-B84DB31A688C}" destId="{09A93444-0AB4-4AC4-B82F-7622A745D42A}" srcOrd="0" destOrd="0" parTransId="{311342E9-C923-47FF-8CD7-7865758ADAC4}" sibTransId="{0B9829B0-19B9-468B-9AE6-F1094BF626EA}"/>
    <dgm:cxn modelId="{F0A3B41C-28B0-462E-9E66-1E2CEDCF1E3F}" srcId="{A996D905-3488-4FA0-ABD1-CF6D7AD2C382}" destId="{E5453F74-1F91-48BE-B4B1-61392069E336}" srcOrd="0" destOrd="0" parTransId="{6CFFF386-2EEB-4F54-AF8C-0797135CB9E7}" sibTransId="{4C265748-AA99-4AB9-AF5C-132C2D792F0F}"/>
    <dgm:cxn modelId="{4715371D-8F67-44B6-AEA8-E0FB01F52E67}" type="presOf" srcId="{9C985171-77C4-4BC6-895C-00090878E531}" destId="{EA145325-4FA9-43A2-A3F1-32B3405D69A0}" srcOrd="0" destOrd="0" presId="urn:microsoft.com/office/officeart/2017/3/layout/DropPinTimeline"/>
    <dgm:cxn modelId="{DA213D1E-DC84-4D47-AD11-D8FCC61A5FC4}" type="presOf" srcId="{1695280C-91ED-4543-A15E-2533B3361C17}" destId="{A9C2A0A0-7FDE-4BD8-B18F-58BC4C8F09D5}" srcOrd="0" destOrd="0" presId="urn:microsoft.com/office/officeart/2017/3/layout/DropPinTimeline"/>
    <dgm:cxn modelId="{7DBA3934-C71B-4E0A-A78F-4A85EC9A942F}" type="presOf" srcId="{C47191FF-BB49-480E-B280-F55326797C27}" destId="{FE72CE33-0137-42F9-89AB-3FA8C3C26512}" srcOrd="0" destOrd="0" presId="urn:microsoft.com/office/officeart/2017/3/layout/DropPinTimeline"/>
    <dgm:cxn modelId="{2C2B4E38-FDA4-4B41-8A0D-9855003F2AFE}" srcId="{9C985171-77C4-4BC6-895C-00090878E531}" destId="{6D938DD2-0164-433B-8059-EF2F6199C144}" srcOrd="0" destOrd="0" parTransId="{7F92BACC-93F4-45FE-B6EC-A00CDB2DF2C0}" sibTransId="{A53A430D-16FD-4D92-B10C-550F29659818}"/>
    <dgm:cxn modelId="{CEC4DD42-66F4-4D56-AE65-22019EBD9FE2}" type="presOf" srcId="{5B8DCC5B-2187-487C-B3A0-655C2DB5ED9A}" destId="{ADD06CDB-DA5C-401A-A583-5645CC101C09}" srcOrd="0" destOrd="0" presId="urn:microsoft.com/office/officeart/2017/3/layout/DropPinTimeline"/>
    <dgm:cxn modelId="{4A425849-B0E6-417B-922A-9597F0BA4ADB}" type="presOf" srcId="{9545AC7D-D641-4EBD-99C1-BC8D587EE5DC}" destId="{94AEFE10-54B1-4645-ACDD-5262AD646D6D}" srcOrd="0" destOrd="0" presId="urn:microsoft.com/office/officeart/2017/3/layout/DropPinTimeline"/>
    <dgm:cxn modelId="{C024DB6B-7ECF-49F8-9DC6-D2E099AED632}" type="presOf" srcId="{5CB6B01F-9579-4299-BAD6-991E1820EB57}" destId="{B4485EAD-3959-4FB6-B356-BDE64FA13CF0}" srcOrd="0" destOrd="0" presId="urn:microsoft.com/office/officeart/2017/3/layout/DropPinTimeline"/>
    <dgm:cxn modelId="{9AB4E04C-21FF-4703-BACE-EECE9EFF2F72}" srcId="{A579E6D7-8423-40CC-8CBA-ED040A15CE2F}" destId="{039E68B9-20B8-4565-80C4-309D0F9EA39C}" srcOrd="0" destOrd="0" parTransId="{17430DC2-FA24-4803-B3E4-B94C47B15DBD}" sibTransId="{C2769408-C842-4CCB-96D8-25E7351ACBD5}"/>
    <dgm:cxn modelId="{D0DC4572-BFFE-4FD0-846F-8FDEE6C0AC86}" type="presOf" srcId="{D96DB7A7-A6A2-4708-A3B7-88698DF9E613}" destId="{07432555-6A23-4ED5-A91D-3C4068BACFF5}" srcOrd="0" destOrd="0" presId="urn:microsoft.com/office/officeart/2017/3/layout/DropPinTimeline"/>
    <dgm:cxn modelId="{362E4253-6946-4E1E-9DC9-927F7009FA9C}" srcId="{C8EAB0B5-E1F2-469B-9C9D-FE1FD4477D63}" destId="{D96DB7A7-A6A2-4708-A3B7-88698DF9E613}" srcOrd="0" destOrd="0" parTransId="{D2D0B612-F334-4C1E-9EA9-367D4219B8BE}" sibTransId="{523D2A81-43B7-44A4-8187-8D824BB8F2D6}"/>
    <dgm:cxn modelId="{D8EB8753-1D15-4A85-BEA8-DFBA7A194168}" type="presOf" srcId="{2E5ACDE1-F9D1-4B3C-B8DB-BCBE8928230A}" destId="{F9B4B8A7-B076-472C-89AE-52EEBCA2EE3C}" srcOrd="0" destOrd="0" presId="urn:microsoft.com/office/officeart/2017/3/layout/DropPinTimeline"/>
    <dgm:cxn modelId="{12D7CD76-634D-4D32-89E9-0EE82A7491EA}" type="presOf" srcId="{09A93444-0AB4-4AC4-B82F-7622A745D42A}" destId="{26A11BB9-A08C-4844-BA87-09C3243553AB}" srcOrd="0" destOrd="0" presId="urn:microsoft.com/office/officeart/2017/3/layout/DropPinTimeline"/>
    <dgm:cxn modelId="{9373EC79-D436-431E-86D0-699EDB39ED47}" type="presOf" srcId="{6831B92B-1FD8-4B11-B1EA-0E6BA52137A9}" destId="{C02312AA-B09E-4D6F-BDB3-A069F7598E99}" srcOrd="0" destOrd="0" presId="urn:microsoft.com/office/officeart/2017/3/layout/DropPinTimeline"/>
    <dgm:cxn modelId="{8DEA5B7C-354D-4672-B2A5-BD2E2926A4D0}" type="presOf" srcId="{8BB160DA-9877-4795-BF36-B84DB31A688C}" destId="{96B5CE69-D809-4061-B5AA-E27CAE973EDD}" srcOrd="0" destOrd="0" presId="urn:microsoft.com/office/officeart/2017/3/layout/DropPinTimeline"/>
    <dgm:cxn modelId="{123FA881-F5F1-455C-81EE-71012520117F}" type="presOf" srcId="{E5453F74-1F91-48BE-B4B1-61392069E336}" destId="{2EC2BF49-8217-40D8-8100-4AC9FA0B6804}" srcOrd="0" destOrd="0" presId="urn:microsoft.com/office/officeart/2017/3/layout/DropPinTimeline"/>
    <dgm:cxn modelId="{EA1C2A84-D287-4792-A77B-325E0D3F37A1}" srcId="{A996D905-3488-4FA0-ABD1-CF6D7AD2C382}" destId="{6831B92B-1FD8-4B11-B1EA-0E6BA52137A9}" srcOrd="1" destOrd="0" parTransId="{D37E00B9-8049-4FCF-A65D-0A466899F6EF}" sibTransId="{AC18788D-F1CE-41B3-8F75-EC859814AE86}"/>
    <dgm:cxn modelId="{C7E6E685-7B27-49DA-A7DD-F6E09FFE4EC1}" type="presOf" srcId="{A996D905-3488-4FA0-ABD1-CF6D7AD2C382}" destId="{54215358-0F08-44A3-8F58-9308C6DD436C}" srcOrd="0" destOrd="0" presId="urn:microsoft.com/office/officeart/2017/3/layout/DropPinTimeline"/>
    <dgm:cxn modelId="{768A9987-5C5C-454F-9FB9-5E9DB2F52810}" type="presOf" srcId="{04AAFBB2-A5CF-49A3-AA43-451982C01B68}" destId="{1CCDED06-CD30-48DA-BF15-909B904E013B}" srcOrd="0" destOrd="0" presId="urn:microsoft.com/office/officeart/2017/3/layout/DropPinTimeline"/>
    <dgm:cxn modelId="{91BCC68C-AD41-4D44-A2D8-12A3F7B11986}" srcId="{A996D905-3488-4FA0-ABD1-CF6D7AD2C382}" destId="{04AAFBB2-A5CF-49A3-AA43-451982C01B68}" srcOrd="3" destOrd="0" parTransId="{27F3E7BB-BFE9-416E-B6D2-3A12045A8721}" sibTransId="{EEF71456-1B70-48BD-80A6-598B06096391}"/>
    <dgm:cxn modelId="{26019A95-8D7F-412E-BBD7-46040BE6D38A}" srcId="{C47191FF-BB49-480E-B280-F55326797C27}" destId="{2E5ACDE1-F9D1-4B3C-B8DB-BCBE8928230A}" srcOrd="0" destOrd="0" parTransId="{531215AF-E7CC-40BA-99B3-A3DE908220E8}" sibTransId="{5F01DFAC-5B9E-41F8-9B8C-AC919F0D992F}"/>
    <dgm:cxn modelId="{EE60089F-45A8-4DCC-A131-7884DCB978A9}" srcId="{A996D905-3488-4FA0-ABD1-CF6D7AD2C382}" destId="{5B8DCC5B-2187-487C-B3A0-655C2DB5ED9A}" srcOrd="6" destOrd="0" parTransId="{D5069599-5693-4E21-ACB4-1D88FCEAB363}" sibTransId="{21622C6C-F61C-475C-8FC9-AA658DCD28E4}"/>
    <dgm:cxn modelId="{2EC4DBA0-484D-4682-AF45-CE2DD25E6C4E}" srcId="{A996D905-3488-4FA0-ABD1-CF6D7AD2C382}" destId="{9C985171-77C4-4BC6-895C-00090878E531}" srcOrd="8" destOrd="0" parTransId="{4EE5460A-891C-4C8E-AF0C-DE918D150F8B}" sibTransId="{7F4D457A-736F-4525-8998-3B9C2FDD54AD}"/>
    <dgm:cxn modelId="{74FB76A4-B2D2-4365-8922-9DE031B3D7F6}" type="presOf" srcId="{3E01B394-627D-4489-8B29-983C9F4D1DDF}" destId="{5C895D78-9F49-4BF4-8A25-ADCC3E7BAE06}" srcOrd="0" destOrd="0" presId="urn:microsoft.com/office/officeart/2017/3/layout/DropPinTimeline"/>
    <dgm:cxn modelId="{4DC703C1-FDEF-4A44-9120-7E2AB877F2D4}" type="presOf" srcId="{A579E6D7-8423-40CC-8CBA-ED040A15CE2F}" destId="{1EA3059D-BAA3-4344-A317-4672B80FCAA2}" srcOrd="0" destOrd="0" presId="urn:microsoft.com/office/officeart/2017/3/layout/DropPinTimeline"/>
    <dgm:cxn modelId="{9EC9D5C3-DC45-40AA-93DD-9EA04DC530B2}" type="presOf" srcId="{C8EAB0B5-E1F2-469B-9C9D-FE1FD4477D63}" destId="{1523B44C-7F20-45D0-A477-92BEDB2F5B83}" srcOrd="0" destOrd="0" presId="urn:microsoft.com/office/officeart/2017/3/layout/DropPinTimeline"/>
    <dgm:cxn modelId="{FA25EDC7-642C-49D8-AB42-0C6A1DE7E4FB}" srcId="{5B8DCC5B-2187-487C-B3A0-655C2DB5ED9A}" destId="{5CB6B01F-9579-4299-BAD6-991E1820EB57}" srcOrd="0" destOrd="0" parTransId="{66DF0862-ACD9-4E51-A632-2EE434C873C7}" sibTransId="{FB8F3FBE-3F02-4963-93E1-C8A8C100709F}"/>
    <dgm:cxn modelId="{BF0820D5-ADCD-4F54-9E3B-5CC5C22EBAAA}" srcId="{A996D905-3488-4FA0-ABD1-CF6D7AD2C382}" destId="{8BB160DA-9877-4795-BF36-B84DB31A688C}" srcOrd="7" destOrd="0" parTransId="{ED2561E9-EFD0-4276-A0C0-B6787A69B932}" sibTransId="{842A1C26-C3DC-4B75-9C42-7E0D64E857B6}"/>
    <dgm:cxn modelId="{FD08D4DA-2F83-4356-AD44-F7CED1A861E7}" type="presOf" srcId="{6D938DD2-0164-433B-8059-EF2F6199C144}" destId="{65DC604E-856E-4BC0-ACCC-6763219F399D}" srcOrd="0" destOrd="0" presId="urn:microsoft.com/office/officeart/2017/3/layout/DropPinTimeline"/>
    <dgm:cxn modelId="{9A4DD7DA-B40E-4236-BAF7-BA27AF776BBB}" srcId="{E5453F74-1F91-48BE-B4B1-61392069E336}" destId="{9545AC7D-D641-4EBD-99C1-BC8D587EE5DC}" srcOrd="0" destOrd="0" parTransId="{5DD7E0AD-2C19-404F-A437-529835CEA796}" sibTransId="{37DEB1BF-1AE1-4204-95B3-211E48C121B5}"/>
    <dgm:cxn modelId="{F96F66DB-9B3D-45AD-A776-72B4EB458AE5}" srcId="{A996D905-3488-4FA0-ABD1-CF6D7AD2C382}" destId="{C47191FF-BB49-480E-B280-F55326797C27}" srcOrd="4" destOrd="0" parTransId="{AF70CA9D-F712-4C0B-BA31-5664EEDC8738}" sibTransId="{1EA01030-C9CE-4D16-AF51-49CC7D51A504}"/>
    <dgm:cxn modelId="{238B32E6-5C7A-4210-BE4D-D427E09D0C9E}" srcId="{04AAFBB2-A5CF-49A3-AA43-451982C01B68}" destId="{3E01B394-627D-4489-8B29-983C9F4D1DDF}" srcOrd="0" destOrd="0" parTransId="{D7EB2EE5-D6FF-4F4F-8AC6-76D4D23F9204}" sibTransId="{E70D1EAE-618E-4541-9B31-167BD600AFC1}"/>
    <dgm:cxn modelId="{07E9A6EA-A95D-48F7-8776-D5F75953BDB2}" srcId="{6831B92B-1FD8-4B11-B1EA-0E6BA52137A9}" destId="{1695280C-91ED-4543-A15E-2533B3361C17}" srcOrd="0" destOrd="0" parTransId="{64DE657E-52B7-40C5-B25C-76E2E1A83611}" sibTransId="{A525CBAB-2EEA-4E76-A5B7-BA253DA67F97}"/>
    <dgm:cxn modelId="{D6E0A9EA-944B-49E2-9677-6B161B5DE2B8}" srcId="{A996D905-3488-4FA0-ABD1-CF6D7AD2C382}" destId="{A579E6D7-8423-40CC-8CBA-ED040A15CE2F}" srcOrd="2" destOrd="0" parTransId="{9584E035-EA0D-417D-9117-507325A82ED7}" sibTransId="{BC8F6187-413F-485B-8C95-67774E6B7D82}"/>
    <dgm:cxn modelId="{0672B6EA-55D7-47B9-BFCB-9EABD8276BFD}" type="presOf" srcId="{039E68B9-20B8-4565-80C4-309D0F9EA39C}" destId="{147B1B0A-B4EB-4354-B1ED-7BDAB5EE4413}" srcOrd="0" destOrd="0" presId="urn:microsoft.com/office/officeart/2017/3/layout/DropPinTimeline"/>
    <dgm:cxn modelId="{1CD12CF7-0885-4A94-976C-627CF2B6F711}" srcId="{A996D905-3488-4FA0-ABD1-CF6D7AD2C382}" destId="{C8EAB0B5-E1F2-469B-9C9D-FE1FD4477D63}" srcOrd="5" destOrd="0" parTransId="{B34E193B-269B-4D1A-B86A-08B39C2F33DA}" sibTransId="{0146F887-7C9C-4325-817C-73E803D905E1}"/>
    <dgm:cxn modelId="{2BF81A8B-5F00-4F9B-8876-030B0FC538AB}" type="presParOf" srcId="{54215358-0F08-44A3-8F58-9308C6DD436C}" destId="{3B0D4E83-32BA-49F0-9FC2-516B10110823}" srcOrd="0" destOrd="0" presId="urn:microsoft.com/office/officeart/2017/3/layout/DropPinTimeline"/>
    <dgm:cxn modelId="{2F59A5A7-FFEC-49DE-ADCA-C96BD9BEFA05}" type="presParOf" srcId="{54215358-0F08-44A3-8F58-9308C6DD436C}" destId="{AC2595B2-8C25-4622-A280-35CAC46DDBAE}" srcOrd="1" destOrd="0" presId="urn:microsoft.com/office/officeart/2017/3/layout/DropPinTimeline"/>
    <dgm:cxn modelId="{95B4D88F-CAAB-4B6E-8FFC-601570AB683A}" type="presParOf" srcId="{AC2595B2-8C25-4622-A280-35CAC46DDBAE}" destId="{5ADEE79B-7B91-418B-8998-AEBBFA7E85A2}" srcOrd="0" destOrd="0" presId="urn:microsoft.com/office/officeart/2017/3/layout/DropPinTimeline"/>
    <dgm:cxn modelId="{6555270E-9FF1-4091-B42E-DA589CEEA733}" type="presParOf" srcId="{5ADEE79B-7B91-418B-8998-AEBBFA7E85A2}" destId="{DC9F8B1A-BB50-4E7B-89A7-F83EE5CEDFF4}" srcOrd="0" destOrd="0" presId="urn:microsoft.com/office/officeart/2017/3/layout/DropPinTimeline"/>
    <dgm:cxn modelId="{F1A40D79-4BE3-4251-BA33-2D3A293C449B}" type="presParOf" srcId="{5ADEE79B-7B91-418B-8998-AEBBFA7E85A2}" destId="{2D3C5EBB-EA5A-41F8-AAF1-6E57CD13A532}" srcOrd="1" destOrd="0" presId="urn:microsoft.com/office/officeart/2017/3/layout/DropPinTimeline"/>
    <dgm:cxn modelId="{7C4EF330-1D53-45F4-87DD-B4265A7C712C}" type="presParOf" srcId="{2D3C5EBB-EA5A-41F8-AAF1-6E57CD13A532}" destId="{2A7ED25C-92BA-498A-9276-BD3753FF4540}" srcOrd="0" destOrd="0" presId="urn:microsoft.com/office/officeart/2017/3/layout/DropPinTimeline"/>
    <dgm:cxn modelId="{5175DECB-F4AD-4FE7-A741-EEB882E5E00C}" type="presParOf" srcId="{2D3C5EBB-EA5A-41F8-AAF1-6E57CD13A532}" destId="{6DE70E50-8457-4AB7-A6C9-4BEFE1BFA6CA}" srcOrd="1" destOrd="0" presId="urn:microsoft.com/office/officeart/2017/3/layout/DropPinTimeline"/>
    <dgm:cxn modelId="{0E565F54-3043-4C67-A714-5F7D72CF1C87}" type="presParOf" srcId="{5ADEE79B-7B91-418B-8998-AEBBFA7E85A2}" destId="{94AEFE10-54B1-4645-ACDD-5262AD646D6D}" srcOrd="2" destOrd="0" presId="urn:microsoft.com/office/officeart/2017/3/layout/DropPinTimeline"/>
    <dgm:cxn modelId="{5F1DA1F1-44C0-477E-8D75-9F8DCA0EFE53}" type="presParOf" srcId="{5ADEE79B-7B91-418B-8998-AEBBFA7E85A2}" destId="{2EC2BF49-8217-40D8-8100-4AC9FA0B6804}" srcOrd="3" destOrd="0" presId="urn:microsoft.com/office/officeart/2017/3/layout/DropPinTimeline"/>
    <dgm:cxn modelId="{4AEBEFFE-A09C-47A0-99EF-C81D8AE9CC78}" type="presParOf" srcId="{5ADEE79B-7B91-418B-8998-AEBBFA7E85A2}" destId="{EAAE0DCB-E9D9-4B38-95BE-C867C5D2C347}" srcOrd="4" destOrd="0" presId="urn:microsoft.com/office/officeart/2017/3/layout/DropPinTimeline"/>
    <dgm:cxn modelId="{EDD70B0D-AF02-4116-84F1-FCB2723FA55C}" type="presParOf" srcId="{5ADEE79B-7B91-418B-8998-AEBBFA7E85A2}" destId="{33312B8C-9DA6-4FCB-B2B3-C7C1157DE477}" srcOrd="5" destOrd="0" presId="urn:microsoft.com/office/officeart/2017/3/layout/DropPinTimeline"/>
    <dgm:cxn modelId="{DE093B68-E4A5-4E2F-80E8-C4E846DEB880}" type="presParOf" srcId="{AC2595B2-8C25-4622-A280-35CAC46DDBAE}" destId="{B92D613D-66A3-46C1-BEFC-AC08C159DBD9}" srcOrd="1" destOrd="0" presId="urn:microsoft.com/office/officeart/2017/3/layout/DropPinTimeline"/>
    <dgm:cxn modelId="{933FFE03-AD5D-46AB-BC71-88FAA426CA3B}" type="presParOf" srcId="{AC2595B2-8C25-4622-A280-35CAC46DDBAE}" destId="{F0C5D3C9-A034-4C96-BFB2-74134C5B95BD}" srcOrd="2" destOrd="0" presId="urn:microsoft.com/office/officeart/2017/3/layout/DropPinTimeline"/>
    <dgm:cxn modelId="{3D2F4F8B-FA3D-483B-8956-9AD97A75549A}" type="presParOf" srcId="{F0C5D3C9-A034-4C96-BFB2-74134C5B95BD}" destId="{29739AB7-6C74-4458-8B38-B41FAC071755}" srcOrd="0" destOrd="0" presId="urn:microsoft.com/office/officeart/2017/3/layout/DropPinTimeline"/>
    <dgm:cxn modelId="{6A06C0C9-1CD6-4427-9669-9E75E8AAFE9D}" type="presParOf" srcId="{F0C5D3C9-A034-4C96-BFB2-74134C5B95BD}" destId="{AA967A87-0B91-4488-AE3C-E90ED2C72F2E}" srcOrd="1" destOrd="0" presId="urn:microsoft.com/office/officeart/2017/3/layout/DropPinTimeline"/>
    <dgm:cxn modelId="{8E3F06FA-A3AB-44BF-AC3F-6C8F4DCAD929}" type="presParOf" srcId="{AA967A87-0B91-4488-AE3C-E90ED2C72F2E}" destId="{A8231DC7-F259-4418-9AA2-ED2265EEB110}" srcOrd="0" destOrd="0" presId="urn:microsoft.com/office/officeart/2017/3/layout/DropPinTimeline"/>
    <dgm:cxn modelId="{8357AD90-428C-457F-8A85-AD05144D6907}" type="presParOf" srcId="{AA967A87-0B91-4488-AE3C-E90ED2C72F2E}" destId="{08B31B1B-FFB0-41B3-8D59-B3C50FF3DFA4}" srcOrd="1" destOrd="0" presId="urn:microsoft.com/office/officeart/2017/3/layout/DropPinTimeline"/>
    <dgm:cxn modelId="{47559073-7C26-4BE4-92C1-9EA2DCE42797}" type="presParOf" srcId="{F0C5D3C9-A034-4C96-BFB2-74134C5B95BD}" destId="{A9C2A0A0-7FDE-4BD8-B18F-58BC4C8F09D5}" srcOrd="2" destOrd="0" presId="urn:microsoft.com/office/officeart/2017/3/layout/DropPinTimeline"/>
    <dgm:cxn modelId="{AA94051E-C44E-4F12-9C9B-5FC8AB8484E9}" type="presParOf" srcId="{F0C5D3C9-A034-4C96-BFB2-74134C5B95BD}" destId="{C02312AA-B09E-4D6F-BDB3-A069F7598E99}" srcOrd="3" destOrd="0" presId="urn:microsoft.com/office/officeart/2017/3/layout/DropPinTimeline"/>
    <dgm:cxn modelId="{8709D184-4E00-4C3E-AF9F-554682B9F950}" type="presParOf" srcId="{F0C5D3C9-A034-4C96-BFB2-74134C5B95BD}" destId="{0B90183E-52C9-414E-857A-908FDCBFA2FB}" srcOrd="4" destOrd="0" presId="urn:microsoft.com/office/officeart/2017/3/layout/DropPinTimeline"/>
    <dgm:cxn modelId="{60553C15-8476-4D2A-8497-2D95D7CA2617}" type="presParOf" srcId="{F0C5D3C9-A034-4C96-BFB2-74134C5B95BD}" destId="{95EC15BB-DA44-4486-9AFA-A288EA118514}" srcOrd="5" destOrd="0" presId="urn:microsoft.com/office/officeart/2017/3/layout/DropPinTimeline"/>
    <dgm:cxn modelId="{070A3C7E-6E4E-4D53-AEEA-3628CA1AE185}" type="presParOf" srcId="{AC2595B2-8C25-4622-A280-35CAC46DDBAE}" destId="{387281AE-8DA8-44A7-A432-0B89A88A2D74}" srcOrd="3" destOrd="0" presId="urn:microsoft.com/office/officeart/2017/3/layout/DropPinTimeline"/>
    <dgm:cxn modelId="{C45A4394-7373-4391-9330-48A7F92C88E0}" type="presParOf" srcId="{AC2595B2-8C25-4622-A280-35CAC46DDBAE}" destId="{2DA9D8C9-EF8A-4A8C-A753-C8E1CE6BF520}" srcOrd="4" destOrd="0" presId="urn:microsoft.com/office/officeart/2017/3/layout/DropPinTimeline"/>
    <dgm:cxn modelId="{CCAB123E-06B9-40EC-BC3A-98A14DC52F47}" type="presParOf" srcId="{2DA9D8C9-EF8A-4A8C-A753-C8E1CE6BF520}" destId="{A9D54AF7-0669-4659-98A9-993C76062400}" srcOrd="0" destOrd="0" presId="urn:microsoft.com/office/officeart/2017/3/layout/DropPinTimeline"/>
    <dgm:cxn modelId="{3339BF74-2494-458E-A8B8-DE8FCA48F5F1}" type="presParOf" srcId="{2DA9D8C9-EF8A-4A8C-A753-C8E1CE6BF520}" destId="{A1DA261D-7D15-4B8D-B273-5DB6029B40BE}" srcOrd="1" destOrd="0" presId="urn:microsoft.com/office/officeart/2017/3/layout/DropPinTimeline"/>
    <dgm:cxn modelId="{FF675E39-26EE-4BBA-92F9-BF49136E8559}" type="presParOf" srcId="{A1DA261D-7D15-4B8D-B273-5DB6029B40BE}" destId="{C0F8EF9A-BFD6-408B-8D49-BA77EAA03515}" srcOrd="0" destOrd="0" presId="urn:microsoft.com/office/officeart/2017/3/layout/DropPinTimeline"/>
    <dgm:cxn modelId="{3B1905B7-75E9-44C7-9C47-A8E21150B519}" type="presParOf" srcId="{A1DA261D-7D15-4B8D-B273-5DB6029B40BE}" destId="{97AC3F99-4A14-49BC-A585-7DDC00043494}" srcOrd="1" destOrd="0" presId="urn:microsoft.com/office/officeart/2017/3/layout/DropPinTimeline"/>
    <dgm:cxn modelId="{119F09CC-AAA0-4900-BCE7-6BCFDA2F753E}" type="presParOf" srcId="{2DA9D8C9-EF8A-4A8C-A753-C8E1CE6BF520}" destId="{147B1B0A-B4EB-4354-B1ED-7BDAB5EE4413}" srcOrd="2" destOrd="0" presId="urn:microsoft.com/office/officeart/2017/3/layout/DropPinTimeline"/>
    <dgm:cxn modelId="{0E6F8770-5741-4C34-9F2D-877D121CB9CB}" type="presParOf" srcId="{2DA9D8C9-EF8A-4A8C-A753-C8E1CE6BF520}" destId="{1EA3059D-BAA3-4344-A317-4672B80FCAA2}" srcOrd="3" destOrd="0" presId="urn:microsoft.com/office/officeart/2017/3/layout/DropPinTimeline"/>
    <dgm:cxn modelId="{EB9E9E37-143C-46A7-BA3D-02FBC16EC84B}" type="presParOf" srcId="{2DA9D8C9-EF8A-4A8C-A753-C8E1CE6BF520}" destId="{3B83C966-1950-424B-A6FA-CD18DA29724D}" srcOrd="4" destOrd="0" presId="urn:microsoft.com/office/officeart/2017/3/layout/DropPinTimeline"/>
    <dgm:cxn modelId="{54DDE2CE-EDF5-4EA7-8A90-5B9A62DF053A}" type="presParOf" srcId="{2DA9D8C9-EF8A-4A8C-A753-C8E1CE6BF520}" destId="{5A8F8B80-2A7F-46B1-9F32-F5EE01CC7B80}" srcOrd="5" destOrd="0" presId="urn:microsoft.com/office/officeart/2017/3/layout/DropPinTimeline"/>
    <dgm:cxn modelId="{23C9E744-5AE2-457B-AB15-3389F42544B2}" type="presParOf" srcId="{AC2595B2-8C25-4622-A280-35CAC46DDBAE}" destId="{8E99A5D1-5C65-4B9E-952B-7D83AD386214}" srcOrd="5" destOrd="0" presId="urn:microsoft.com/office/officeart/2017/3/layout/DropPinTimeline"/>
    <dgm:cxn modelId="{487A6D80-C70B-4B3D-A98D-388C2BAAA373}" type="presParOf" srcId="{AC2595B2-8C25-4622-A280-35CAC46DDBAE}" destId="{E529CC79-C538-42EF-9F9A-DA8A86DCF861}" srcOrd="6" destOrd="0" presId="urn:microsoft.com/office/officeart/2017/3/layout/DropPinTimeline"/>
    <dgm:cxn modelId="{67891B87-F0FE-4D6E-A4C3-612D9D1470A9}" type="presParOf" srcId="{E529CC79-C538-42EF-9F9A-DA8A86DCF861}" destId="{BA6910F5-7951-478F-97D6-160B25BB89B6}" srcOrd="0" destOrd="0" presId="urn:microsoft.com/office/officeart/2017/3/layout/DropPinTimeline"/>
    <dgm:cxn modelId="{D576F6F8-1C70-4EE9-9504-65A7BB0B9299}" type="presParOf" srcId="{E529CC79-C538-42EF-9F9A-DA8A86DCF861}" destId="{CF4587A2-9816-4393-927B-58E8F1FCC558}" srcOrd="1" destOrd="0" presId="urn:microsoft.com/office/officeart/2017/3/layout/DropPinTimeline"/>
    <dgm:cxn modelId="{071D5A3A-81CA-4F2B-9998-BB2881C1FCF9}" type="presParOf" srcId="{CF4587A2-9816-4393-927B-58E8F1FCC558}" destId="{E84AF261-7F89-45BF-BCA1-945B95DC1101}" srcOrd="0" destOrd="0" presId="urn:microsoft.com/office/officeart/2017/3/layout/DropPinTimeline"/>
    <dgm:cxn modelId="{879B982C-B8FD-4B55-A83C-92CB05218365}" type="presParOf" srcId="{CF4587A2-9816-4393-927B-58E8F1FCC558}" destId="{6316858C-1CC2-43B2-A0EA-9CBFB1D94500}" srcOrd="1" destOrd="0" presId="urn:microsoft.com/office/officeart/2017/3/layout/DropPinTimeline"/>
    <dgm:cxn modelId="{AF6766D8-1C05-4FE1-BA09-167B59D53EE6}" type="presParOf" srcId="{E529CC79-C538-42EF-9F9A-DA8A86DCF861}" destId="{5C895D78-9F49-4BF4-8A25-ADCC3E7BAE06}" srcOrd="2" destOrd="0" presId="urn:microsoft.com/office/officeart/2017/3/layout/DropPinTimeline"/>
    <dgm:cxn modelId="{B51EAF67-73ED-4CA6-BF0A-F4CE21F0C4E4}" type="presParOf" srcId="{E529CC79-C538-42EF-9F9A-DA8A86DCF861}" destId="{1CCDED06-CD30-48DA-BF15-909B904E013B}" srcOrd="3" destOrd="0" presId="urn:microsoft.com/office/officeart/2017/3/layout/DropPinTimeline"/>
    <dgm:cxn modelId="{BF6B984F-69EE-4FBA-A8F8-DC14EFCCCF95}" type="presParOf" srcId="{E529CC79-C538-42EF-9F9A-DA8A86DCF861}" destId="{824D1BAA-A39F-47AC-BA0C-9A880A90E4C2}" srcOrd="4" destOrd="0" presId="urn:microsoft.com/office/officeart/2017/3/layout/DropPinTimeline"/>
    <dgm:cxn modelId="{F1FB8B60-C8E6-4C8F-9EDD-0067467A0F5C}" type="presParOf" srcId="{E529CC79-C538-42EF-9F9A-DA8A86DCF861}" destId="{971B95B0-1ADE-49FD-87EC-D2F7A6C9C318}" srcOrd="5" destOrd="0" presId="urn:microsoft.com/office/officeart/2017/3/layout/DropPinTimeline"/>
    <dgm:cxn modelId="{A2041835-3C32-4417-B570-51C5BC141684}" type="presParOf" srcId="{AC2595B2-8C25-4622-A280-35CAC46DDBAE}" destId="{E16DD5D1-075E-4484-A1E0-F6B7F1D37EE8}" srcOrd="7" destOrd="0" presId="urn:microsoft.com/office/officeart/2017/3/layout/DropPinTimeline"/>
    <dgm:cxn modelId="{FFA509E6-E30D-4086-B51C-F0129D08332B}" type="presParOf" srcId="{AC2595B2-8C25-4622-A280-35CAC46DDBAE}" destId="{7F0699ED-5A29-4C4D-AB02-0B8C092462AA}" srcOrd="8" destOrd="0" presId="urn:microsoft.com/office/officeart/2017/3/layout/DropPinTimeline"/>
    <dgm:cxn modelId="{32ABF5AC-0579-4079-B753-07A9CEE2586B}" type="presParOf" srcId="{7F0699ED-5A29-4C4D-AB02-0B8C092462AA}" destId="{DC378E1D-FBBD-400D-8406-E2C095D5DC08}" srcOrd="0" destOrd="0" presId="urn:microsoft.com/office/officeart/2017/3/layout/DropPinTimeline"/>
    <dgm:cxn modelId="{AE429EB7-D2EA-414B-A0B8-448C7B40874A}" type="presParOf" srcId="{7F0699ED-5A29-4C4D-AB02-0B8C092462AA}" destId="{6D08DCE2-B714-42C4-AC0C-335CD01B3DAD}" srcOrd="1" destOrd="0" presId="urn:microsoft.com/office/officeart/2017/3/layout/DropPinTimeline"/>
    <dgm:cxn modelId="{6E87B2F8-8493-4E3A-B050-742C671FA285}" type="presParOf" srcId="{6D08DCE2-B714-42C4-AC0C-335CD01B3DAD}" destId="{7D2554AC-5037-42C0-8D37-86F9A3C79601}" srcOrd="0" destOrd="0" presId="urn:microsoft.com/office/officeart/2017/3/layout/DropPinTimeline"/>
    <dgm:cxn modelId="{05F6ACE1-4409-4A1B-BE57-39974A2AE1B4}" type="presParOf" srcId="{6D08DCE2-B714-42C4-AC0C-335CD01B3DAD}" destId="{7349E073-9D84-4767-87BA-7A02A31522C7}" srcOrd="1" destOrd="0" presId="urn:microsoft.com/office/officeart/2017/3/layout/DropPinTimeline"/>
    <dgm:cxn modelId="{AA09FC22-2DC4-4467-B8E9-4000C7D04A98}" type="presParOf" srcId="{7F0699ED-5A29-4C4D-AB02-0B8C092462AA}" destId="{F9B4B8A7-B076-472C-89AE-52EEBCA2EE3C}" srcOrd="2" destOrd="0" presId="urn:microsoft.com/office/officeart/2017/3/layout/DropPinTimeline"/>
    <dgm:cxn modelId="{FD2F5107-1AB5-4242-BE7E-D1FC419E52D9}" type="presParOf" srcId="{7F0699ED-5A29-4C4D-AB02-0B8C092462AA}" destId="{FE72CE33-0137-42F9-89AB-3FA8C3C26512}" srcOrd="3" destOrd="0" presId="urn:microsoft.com/office/officeart/2017/3/layout/DropPinTimeline"/>
    <dgm:cxn modelId="{D95F2190-DB09-4C04-A3A9-E8F96C6AC290}" type="presParOf" srcId="{7F0699ED-5A29-4C4D-AB02-0B8C092462AA}" destId="{969DBD76-5704-4AA5-9EDB-FEC9CC9B0B96}" srcOrd="4" destOrd="0" presId="urn:microsoft.com/office/officeart/2017/3/layout/DropPinTimeline"/>
    <dgm:cxn modelId="{2A0E4FA1-BCCD-48E8-9543-01B106DB4E6B}" type="presParOf" srcId="{7F0699ED-5A29-4C4D-AB02-0B8C092462AA}" destId="{724FAEF0-464A-4674-A1DC-36533DA06A1B}" srcOrd="5" destOrd="0" presId="urn:microsoft.com/office/officeart/2017/3/layout/DropPinTimeline"/>
    <dgm:cxn modelId="{CD1F422B-32C5-422F-A2F8-456F2CA398E3}" type="presParOf" srcId="{AC2595B2-8C25-4622-A280-35CAC46DDBAE}" destId="{351C50B3-9A98-4FD7-A923-A5D4F4F48371}" srcOrd="9" destOrd="0" presId="urn:microsoft.com/office/officeart/2017/3/layout/DropPinTimeline"/>
    <dgm:cxn modelId="{38CE9415-CC88-4E33-A077-D31E16216494}" type="presParOf" srcId="{AC2595B2-8C25-4622-A280-35CAC46DDBAE}" destId="{0465CFF4-CD37-4A9A-B45C-89772C999E76}" srcOrd="10" destOrd="0" presId="urn:microsoft.com/office/officeart/2017/3/layout/DropPinTimeline"/>
    <dgm:cxn modelId="{B8CB877B-F3C0-47F1-B3EF-E1CF2A561D97}" type="presParOf" srcId="{0465CFF4-CD37-4A9A-B45C-89772C999E76}" destId="{C9D942D1-B355-479C-8742-06460712145A}" srcOrd="0" destOrd="0" presId="urn:microsoft.com/office/officeart/2017/3/layout/DropPinTimeline"/>
    <dgm:cxn modelId="{F9392343-3165-4FD0-8723-0DC8D5953E9E}" type="presParOf" srcId="{0465CFF4-CD37-4A9A-B45C-89772C999E76}" destId="{331D3099-3A32-4552-A2E8-8C3EC11CBEB1}" srcOrd="1" destOrd="0" presId="urn:microsoft.com/office/officeart/2017/3/layout/DropPinTimeline"/>
    <dgm:cxn modelId="{C9D5FC51-35D6-4187-A742-BD86C285D45E}" type="presParOf" srcId="{331D3099-3A32-4552-A2E8-8C3EC11CBEB1}" destId="{AA897F22-35B6-4E8E-BDE1-97E36B8601A5}" srcOrd="0" destOrd="0" presId="urn:microsoft.com/office/officeart/2017/3/layout/DropPinTimeline"/>
    <dgm:cxn modelId="{469D23C8-9724-40AA-8957-231012A810ED}" type="presParOf" srcId="{331D3099-3A32-4552-A2E8-8C3EC11CBEB1}" destId="{AA1D3345-B631-4B2F-9449-62CE90900109}" srcOrd="1" destOrd="0" presId="urn:microsoft.com/office/officeart/2017/3/layout/DropPinTimeline"/>
    <dgm:cxn modelId="{91EBAE57-85CC-4879-991B-D341E096B955}" type="presParOf" srcId="{0465CFF4-CD37-4A9A-B45C-89772C999E76}" destId="{07432555-6A23-4ED5-A91D-3C4068BACFF5}" srcOrd="2" destOrd="0" presId="urn:microsoft.com/office/officeart/2017/3/layout/DropPinTimeline"/>
    <dgm:cxn modelId="{12DA3E93-996E-448B-B637-84CC162F4006}" type="presParOf" srcId="{0465CFF4-CD37-4A9A-B45C-89772C999E76}" destId="{1523B44C-7F20-45D0-A477-92BEDB2F5B83}" srcOrd="3" destOrd="0" presId="urn:microsoft.com/office/officeart/2017/3/layout/DropPinTimeline"/>
    <dgm:cxn modelId="{9F74194E-1273-4944-AD5B-6FB97C945813}" type="presParOf" srcId="{0465CFF4-CD37-4A9A-B45C-89772C999E76}" destId="{8F482D86-E8FB-4B2B-8446-264CA0B53DBF}" srcOrd="4" destOrd="0" presId="urn:microsoft.com/office/officeart/2017/3/layout/DropPinTimeline"/>
    <dgm:cxn modelId="{CD5C1EC6-217B-4C6E-92C3-3491F447913F}" type="presParOf" srcId="{0465CFF4-CD37-4A9A-B45C-89772C999E76}" destId="{5566E9C7-F17A-4474-9E44-A43E7A1362B1}" srcOrd="5" destOrd="0" presId="urn:microsoft.com/office/officeart/2017/3/layout/DropPinTimeline"/>
    <dgm:cxn modelId="{A19F666B-1944-423F-8558-7B7EDC7CE452}" type="presParOf" srcId="{AC2595B2-8C25-4622-A280-35CAC46DDBAE}" destId="{DA6A27CF-0F8A-47B4-A6F3-A937F86BFD1A}" srcOrd="11" destOrd="0" presId="urn:microsoft.com/office/officeart/2017/3/layout/DropPinTimeline"/>
    <dgm:cxn modelId="{5064E8EA-3F56-4201-AC83-DACCDCDB64D4}" type="presParOf" srcId="{AC2595B2-8C25-4622-A280-35CAC46DDBAE}" destId="{9E905EFF-35A9-4C12-A9F8-D5513FB81465}" srcOrd="12" destOrd="0" presId="urn:microsoft.com/office/officeart/2017/3/layout/DropPinTimeline"/>
    <dgm:cxn modelId="{00C6BFCE-9BCB-41C6-907A-07EA69839598}" type="presParOf" srcId="{9E905EFF-35A9-4C12-A9F8-D5513FB81465}" destId="{83E4868D-C520-44BC-9F6A-68BE74DF9E5B}" srcOrd="0" destOrd="0" presId="urn:microsoft.com/office/officeart/2017/3/layout/DropPinTimeline"/>
    <dgm:cxn modelId="{49B46F84-73FF-482F-94B3-8DA106D72C48}" type="presParOf" srcId="{9E905EFF-35A9-4C12-A9F8-D5513FB81465}" destId="{4215AD23-56E2-4FD6-8A09-E9451DD218E0}" srcOrd="1" destOrd="0" presId="urn:microsoft.com/office/officeart/2017/3/layout/DropPinTimeline"/>
    <dgm:cxn modelId="{C676DBAA-1FBF-4B91-8F1F-3ACC608A5825}" type="presParOf" srcId="{4215AD23-56E2-4FD6-8A09-E9451DD218E0}" destId="{17D0661F-46CE-4BF6-8C2D-D2841111809B}" srcOrd="0" destOrd="0" presId="urn:microsoft.com/office/officeart/2017/3/layout/DropPinTimeline"/>
    <dgm:cxn modelId="{6C32EFDC-8A27-4E6E-85A5-B62F6D099F3E}" type="presParOf" srcId="{4215AD23-56E2-4FD6-8A09-E9451DD218E0}" destId="{CAB34B3B-FFB9-49DF-AE0C-043DFA2F3091}" srcOrd="1" destOrd="0" presId="urn:microsoft.com/office/officeart/2017/3/layout/DropPinTimeline"/>
    <dgm:cxn modelId="{A9105320-9AE7-4923-B2CE-8C7BBB183B09}" type="presParOf" srcId="{9E905EFF-35A9-4C12-A9F8-D5513FB81465}" destId="{B4485EAD-3959-4FB6-B356-BDE64FA13CF0}" srcOrd="2" destOrd="0" presId="urn:microsoft.com/office/officeart/2017/3/layout/DropPinTimeline"/>
    <dgm:cxn modelId="{7F32BF23-2516-490B-96F7-6E2783B474A2}" type="presParOf" srcId="{9E905EFF-35A9-4C12-A9F8-D5513FB81465}" destId="{ADD06CDB-DA5C-401A-A583-5645CC101C09}" srcOrd="3" destOrd="0" presId="urn:microsoft.com/office/officeart/2017/3/layout/DropPinTimeline"/>
    <dgm:cxn modelId="{2DA3CE68-E157-4246-8DC3-E2F86E486685}" type="presParOf" srcId="{9E905EFF-35A9-4C12-A9F8-D5513FB81465}" destId="{304BAB74-B5C8-4ECB-9792-356D59C688E7}" srcOrd="4" destOrd="0" presId="urn:microsoft.com/office/officeart/2017/3/layout/DropPinTimeline"/>
    <dgm:cxn modelId="{86F55CC3-F2C0-4A71-B6EA-9302A39A304C}" type="presParOf" srcId="{9E905EFF-35A9-4C12-A9F8-D5513FB81465}" destId="{3C7C2AD7-06C3-4CBB-9AAB-28BF08F72A0C}" srcOrd="5" destOrd="0" presId="urn:microsoft.com/office/officeart/2017/3/layout/DropPinTimeline"/>
    <dgm:cxn modelId="{DFE08649-CDF7-4869-9E21-955313E18BE0}" type="presParOf" srcId="{AC2595B2-8C25-4622-A280-35CAC46DDBAE}" destId="{FDBF5A9C-E806-44EB-9FD1-7801E9DDF66B}" srcOrd="13" destOrd="0" presId="urn:microsoft.com/office/officeart/2017/3/layout/DropPinTimeline"/>
    <dgm:cxn modelId="{C303B92A-38C9-4B2B-BADA-62D63A9BF7EA}" type="presParOf" srcId="{AC2595B2-8C25-4622-A280-35CAC46DDBAE}" destId="{36C40023-6A75-4548-890C-4872EF8E9817}" srcOrd="14" destOrd="0" presId="urn:microsoft.com/office/officeart/2017/3/layout/DropPinTimeline"/>
    <dgm:cxn modelId="{6AFD18D7-C8AE-41DA-BAB1-31E3792A9493}" type="presParOf" srcId="{36C40023-6A75-4548-890C-4872EF8E9817}" destId="{D7D59051-9951-4250-8611-4D9D0D4505CE}" srcOrd="0" destOrd="0" presId="urn:microsoft.com/office/officeart/2017/3/layout/DropPinTimeline"/>
    <dgm:cxn modelId="{702F8775-2BD4-4F7C-8DCE-A56256362317}" type="presParOf" srcId="{36C40023-6A75-4548-890C-4872EF8E9817}" destId="{67C53ABB-896C-4F6D-BF7C-1B617DDE59B9}" srcOrd="1" destOrd="0" presId="urn:microsoft.com/office/officeart/2017/3/layout/DropPinTimeline"/>
    <dgm:cxn modelId="{FB9AB572-211A-47E9-81B4-61ADD046D7D7}" type="presParOf" srcId="{67C53ABB-896C-4F6D-BF7C-1B617DDE59B9}" destId="{7D47B8BB-B6ED-471E-87AB-FF64E0B538D3}" srcOrd="0" destOrd="0" presId="urn:microsoft.com/office/officeart/2017/3/layout/DropPinTimeline"/>
    <dgm:cxn modelId="{77DB8DFC-6244-49CF-87ED-9868B2C6F0F9}" type="presParOf" srcId="{67C53ABB-896C-4F6D-BF7C-1B617DDE59B9}" destId="{696CF568-7B77-495F-8762-CE1117B46215}" srcOrd="1" destOrd="0" presId="urn:microsoft.com/office/officeart/2017/3/layout/DropPinTimeline"/>
    <dgm:cxn modelId="{83C13B4E-6A85-4ACB-93FE-51D03B7336D2}" type="presParOf" srcId="{36C40023-6A75-4548-890C-4872EF8E9817}" destId="{26A11BB9-A08C-4844-BA87-09C3243553AB}" srcOrd="2" destOrd="0" presId="urn:microsoft.com/office/officeart/2017/3/layout/DropPinTimeline"/>
    <dgm:cxn modelId="{7C21F132-7C23-4E04-A995-F3AF08DA339D}" type="presParOf" srcId="{36C40023-6A75-4548-890C-4872EF8E9817}" destId="{96B5CE69-D809-4061-B5AA-E27CAE973EDD}" srcOrd="3" destOrd="0" presId="urn:microsoft.com/office/officeart/2017/3/layout/DropPinTimeline"/>
    <dgm:cxn modelId="{2DCCDDC6-BD86-4D19-9BD5-8A3594D59FD1}" type="presParOf" srcId="{36C40023-6A75-4548-890C-4872EF8E9817}" destId="{0B6A8594-A0A3-4372-8F35-4A23620E622A}" srcOrd="4" destOrd="0" presId="urn:microsoft.com/office/officeart/2017/3/layout/DropPinTimeline"/>
    <dgm:cxn modelId="{80C5B26F-801E-486F-8EB7-A100B0909022}" type="presParOf" srcId="{36C40023-6A75-4548-890C-4872EF8E9817}" destId="{B1F1B928-B659-4C8B-B9D6-6671ED426F8A}" srcOrd="5" destOrd="0" presId="urn:microsoft.com/office/officeart/2017/3/layout/DropPinTimeline"/>
    <dgm:cxn modelId="{76F444DD-FB31-415E-8CE4-B05A7E9D532B}" type="presParOf" srcId="{AC2595B2-8C25-4622-A280-35CAC46DDBAE}" destId="{418E268F-C7D8-404B-8BC9-0B1247F9C6C4}" srcOrd="15" destOrd="0" presId="urn:microsoft.com/office/officeart/2017/3/layout/DropPinTimeline"/>
    <dgm:cxn modelId="{B036A6F1-A23D-452E-B698-70EF93A11B40}" type="presParOf" srcId="{AC2595B2-8C25-4622-A280-35CAC46DDBAE}" destId="{110C1DC0-085B-4F75-BB8F-BDDE9F4AF7B6}" srcOrd="16" destOrd="0" presId="urn:microsoft.com/office/officeart/2017/3/layout/DropPinTimeline"/>
    <dgm:cxn modelId="{4EEE4D8B-718D-4371-B30B-6EC48CC9F558}" type="presParOf" srcId="{110C1DC0-085B-4F75-BB8F-BDDE9F4AF7B6}" destId="{1AA845D2-B716-49E7-89B6-8E96E6DF7273}" srcOrd="0" destOrd="0" presId="urn:microsoft.com/office/officeart/2017/3/layout/DropPinTimeline"/>
    <dgm:cxn modelId="{560C2C24-0965-4F28-9861-4F94B031745E}" type="presParOf" srcId="{110C1DC0-085B-4F75-BB8F-BDDE9F4AF7B6}" destId="{5B324CED-E2D0-427D-AA44-21B05AB197A5}" srcOrd="1" destOrd="0" presId="urn:microsoft.com/office/officeart/2017/3/layout/DropPinTimeline"/>
    <dgm:cxn modelId="{7F76D6BE-A746-4BCA-9A2A-B2A0CB81F504}" type="presParOf" srcId="{5B324CED-E2D0-427D-AA44-21B05AB197A5}" destId="{811D3CD2-3997-486A-A9B9-D6CDE4222787}" srcOrd="0" destOrd="0" presId="urn:microsoft.com/office/officeart/2017/3/layout/DropPinTimeline"/>
    <dgm:cxn modelId="{100FEB8E-684B-4BB0-9AEF-FE950D0FD76F}" type="presParOf" srcId="{5B324CED-E2D0-427D-AA44-21B05AB197A5}" destId="{31EB66A2-3B8D-4B77-9E0E-E79CBA1089B5}" srcOrd="1" destOrd="0" presId="urn:microsoft.com/office/officeart/2017/3/layout/DropPinTimeline"/>
    <dgm:cxn modelId="{9D90BB83-78CD-4A86-B16E-DED4C42092B9}" type="presParOf" srcId="{110C1DC0-085B-4F75-BB8F-BDDE9F4AF7B6}" destId="{65DC604E-856E-4BC0-ACCC-6763219F399D}" srcOrd="2" destOrd="0" presId="urn:microsoft.com/office/officeart/2017/3/layout/DropPinTimeline"/>
    <dgm:cxn modelId="{3EC15162-F310-4869-AF5A-4035CEB78CBD}" type="presParOf" srcId="{110C1DC0-085B-4F75-BB8F-BDDE9F4AF7B6}" destId="{EA145325-4FA9-43A2-A3F1-32B3405D69A0}" srcOrd="3" destOrd="0" presId="urn:microsoft.com/office/officeart/2017/3/layout/DropPinTimeline"/>
    <dgm:cxn modelId="{78CF901F-9DD0-4ECC-A35A-6AD864EE8B8A}" type="presParOf" srcId="{110C1DC0-085B-4F75-BB8F-BDDE9F4AF7B6}" destId="{C7F3AEA4-409C-4C6E-80CE-EFC53D041E59}" srcOrd="4" destOrd="0" presId="urn:microsoft.com/office/officeart/2017/3/layout/DropPinTimeline"/>
    <dgm:cxn modelId="{66189558-FBD9-40DA-9934-7829D59D6D37}" type="presParOf" srcId="{110C1DC0-085B-4F75-BB8F-BDDE9F4AF7B6}" destId="{F9C130A1-F18E-41FC-90CE-96151FB1A987}" srcOrd="5" destOrd="0" presId="urn:microsoft.com/office/officeart/2017/3/layout/DropPinTimeline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318228-DE1E-4517-A91B-5B1B43E111CE}">
      <dsp:nvSpPr>
        <dsp:cNvPr id="0" name=""/>
        <dsp:cNvSpPr/>
      </dsp:nvSpPr>
      <dsp:spPr>
        <a:xfrm>
          <a:off x="1020487" y="536711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D8EE9D6-5D28-404C-B2DE-ABCCED3F40A7}">
      <dsp:nvSpPr>
        <dsp:cNvPr id="0" name=""/>
        <dsp:cNvSpPr/>
      </dsp:nvSpPr>
      <dsp:spPr>
        <a:xfrm>
          <a:off x="393" y="177649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b="0" kern="1200">
              <a:solidFill>
                <a:schemeClr val="tx1"/>
              </a:solidFill>
            </a:rPr>
            <a:t>Why?</a:t>
          </a:r>
        </a:p>
      </dsp:txBody>
      <dsp:txXfrm>
        <a:off x="393" y="1776490"/>
        <a:ext cx="3138750" cy="470812"/>
      </dsp:txXfrm>
    </dsp:sp>
    <dsp:sp modelId="{33275265-7E34-46BD-B4B8-2FA4563CCB08}">
      <dsp:nvSpPr>
        <dsp:cNvPr id="0" name=""/>
        <dsp:cNvSpPr/>
      </dsp:nvSpPr>
      <dsp:spPr>
        <a:xfrm>
          <a:off x="393" y="2312984"/>
          <a:ext cx="3138750" cy="150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>
              <a:latin typeface="Franklin Gothic Medium" panose="020B0603020102020204"/>
            </a:rPr>
            <a:t>Motivation</a:t>
          </a:r>
          <a:endParaRPr lang="en-US" sz="1700" b="0" kern="1200"/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Problem Statement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Research Questions &amp; Hypothesis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>
              <a:solidFill>
                <a:srgbClr val="000000"/>
              </a:solidFill>
              <a:latin typeface="Calibri"/>
              <a:ea typeface="Calibri"/>
              <a:cs typeface="Calibri"/>
            </a:rPr>
            <a:t>Related Work</a:t>
          </a:r>
          <a:endParaRPr lang="en-US" sz="1700" b="1" kern="1200">
            <a:latin typeface="Franklin Gothic Medium" panose="020B0603020102020204"/>
          </a:endParaRPr>
        </a:p>
      </dsp:txBody>
      <dsp:txXfrm>
        <a:off x="393" y="2312984"/>
        <a:ext cx="3138750" cy="1507827"/>
      </dsp:txXfrm>
    </dsp:sp>
    <dsp:sp modelId="{3993E864-DC1A-4310-887A-77242728CC23}">
      <dsp:nvSpPr>
        <dsp:cNvPr id="0" name=""/>
        <dsp:cNvSpPr/>
      </dsp:nvSpPr>
      <dsp:spPr>
        <a:xfrm>
          <a:off x="4708518" y="536711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863CCF-9F4F-4BE1-BB55-E971230AABAB}">
      <dsp:nvSpPr>
        <dsp:cNvPr id="0" name=""/>
        <dsp:cNvSpPr/>
      </dsp:nvSpPr>
      <dsp:spPr>
        <a:xfrm>
          <a:off x="3688425" y="177649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b="0" kern="1200"/>
            <a:t>How?</a:t>
          </a:r>
        </a:p>
      </dsp:txBody>
      <dsp:txXfrm>
        <a:off x="3688425" y="1776490"/>
        <a:ext cx="3138750" cy="470812"/>
      </dsp:txXfrm>
    </dsp:sp>
    <dsp:sp modelId="{B87B25AB-B29C-4F2B-8426-E72D0B6356E6}">
      <dsp:nvSpPr>
        <dsp:cNvPr id="0" name=""/>
        <dsp:cNvSpPr/>
      </dsp:nvSpPr>
      <dsp:spPr>
        <a:xfrm>
          <a:off x="3688425" y="2312984"/>
          <a:ext cx="3138750" cy="150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kern="1200">
              <a:latin typeface="Franklin Gothic Medium" panose="020B0603020102020204"/>
            </a:rPr>
            <a:t>Dataset Analysis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Exploratory Data Analysis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Model Implementation</a:t>
          </a:r>
        </a:p>
      </dsp:txBody>
      <dsp:txXfrm>
        <a:off x="3688425" y="2312984"/>
        <a:ext cx="3138750" cy="1507827"/>
      </dsp:txXfrm>
    </dsp:sp>
    <dsp:sp modelId="{EBD6A3E8-6FFF-4895-AF72-184D36C23915}">
      <dsp:nvSpPr>
        <dsp:cNvPr id="0" name=""/>
        <dsp:cNvSpPr/>
      </dsp:nvSpPr>
      <dsp:spPr>
        <a:xfrm>
          <a:off x="8396550" y="536711"/>
          <a:ext cx="1098562" cy="10985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1E37BEF-0FC8-4136-A86A-713363BED352}">
      <dsp:nvSpPr>
        <dsp:cNvPr id="0" name=""/>
        <dsp:cNvSpPr/>
      </dsp:nvSpPr>
      <dsp:spPr>
        <a:xfrm>
          <a:off x="7376456" y="1776490"/>
          <a:ext cx="3138750" cy="470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422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200" b="0" kern="1200"/>
            <a:t>What?</a:t>
          </a:r>
        </a:p>
      </dsp:txBody>
      <dsp:txXfrm>
        <a:off x="7376456" y="1776490"/>
        <a:ext cx="3138750" cy="470812"/>
      </dsp:txXfrm>
    </dsp:sp>
    <dsp:sp modelId="{B67BD4F8-09FD-43CC-8221-00A120408AEC}">
      <dsp:nvSpPr>
        <dsp:cNvPr id="0" name=""/>
        <dsp:cNvSpPr/>
      </dsp:nvSpPr>
      <dsp:spPr>
        <a:xfrm>
          <a:off x="7376456" y="2312984"/>
          <a:ext cx="3138750" cy="150782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Results Analysis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Model-drive Insights</a:t>
          </a: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/>
            <a:t>Conclusion &amp; Future Work</a:t>
          </a:r>
        </a:p>
      </dsp:txBody>
      <dsp:txXfrm>
        <a:off x="7376456" y="2312984"/>
        <a:ext cx="3138750" cy="150782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19606B-D959-402F-8002-B0809990E52F}">
      <dsp:nvSpPr>
        <dsp:cNvPr id="0" name=""/>
        <dsp:cNvSpPr/>
      </dsp:nvSpPr>
      <dsp:spPr>
        <a:xfrm>
          <a:off x="0" y="673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CF1F33-4FC5-42F6-82B8-3E83CD4E7C32}">
      <dsp:nvSpPr>
        <dsp:cNvPr id="0" name=""/>
        <dsp:cNvSpPr/>
      </dsp:nvSpPr>
      <dsp:spPr>
        <a:xfrm>
          <a:off x="476436" y="35504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97D604-B7CE-4F30-A046-5629CEDDE6E8}">
      <dsp:nvSpPr>
        <dsp:cNvPr id="0" name=""/>
        <dsp:cNvSpPr/>
      </dsp:nvSpPr>
      <dsp:spPr>
        <a:xfrm>
          <a:off x="1819120" y="673"/>
          <a:ext cx="4545103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Develop a data-driven machine learning model to predict IPL match outcomes and analyze critical factors influencing results.</a:t>
          </a:r>
          <a:endParaRPr lang="en-US" sz="2100" kern="1200"/>
        </a:p>
      </dsp:txBody>
      <dsp:txXfrm>
        <a:off x="1819120" y="673"/>
        <a:ext cx="4545103" cy="1574995"/>
      </dsp:txXfrm>
    </dsp:sp>
    <dsp:sp modelId="{358233B3-8369-4E98-ACA0-0A54AD9334CE}">
      <dsp:nvSpPr>
        <dsp:cNvPr id="0" name=""/>
        <dsp:cNvSpPr/>
      </dsp:nvSpPr>
      <dsp:spPr>
        <a:xfrm>
          <a:off x="0" y="1969418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4384D51-F00B-4414-B909-16F63D12AC79}">
      <dsp:nvSpPr>
        <dsp:cNvPr id="0" name=""/>
        <dsp:cNvSpPr/>
      </dsp:nvSpPr>
      <dsp:spPr>
        <a:xfrm>
          <a:off x="476436" y="2323792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76E76E-3DE3-49C2-8E21-3AF59247020F}">
      <dsp:nvSpPr>
        <dsp:cNvPr id="0" name=""/>
        <dsp:cNvSpPr/>
      </dsp:nvSpPr>
      <dsp:spPr>
        <a:xfrm>
          <a:off x="1819120" y="1969418"/>
          <a:ext cx="2863900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Focus on </a:t>
          </a:r>
          <a:r>
            <a:rPr lang="en-US" sz="2100" b="1" kern="1200">
              <a:latin typeface="Franklin Gothic Medium" panose="020B0603020102020204"/>
            </a:rPr>
            <a:t>Smarter</a:t>
          </a:r>
          <a:r>
            <a:rPr lang="en-US" sz="2100" b="1" kern="1200"/>
            <a:t> </a:t>
          </a:r>
          <a:r>
            <a:rPr lang="en-US" sz="2100" b="1" kern="1200">
              <a:latin typeface="Franklin Gothic Medium" panose="020B0603020102020204"/>
            </a:rPr>
            <a:t>Decision-making</a:t>
          </a:r>
          <a:endParaRPr lang="en-US" sz="2100" b="1" kern="1200"/>
        </a:p>
      </dsp:txBody>
      <dsp:txXfrm>
        <a:off x="1819120" y="1969418"/>
        <a:ext cx="2863900" cy="1574995"/>
      </dsp:txXfrm>
    </dsp:sp>
    <dsp:sp modelId="{D5C02334-EDB3-4972-BC70-A95AB44D66AA}">
      <dsp:nvSpPr>
        <dsp:cNvPr id="0" name=""/>
        <dsp:cNvSpPr/>
      </dsp:nvSpPr>
      <dsp:spPr>
        <a:xfrm>
          <a:off x="4683021" y="1969418"/>
          <a:ext cx="1681202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Deciding whether to bat or bowl first after winning the toss.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Allocating key players strategically during the match.</a:t>
          </a:r>
        </a:p>
      </dsp:txBody>
      <dsp:txXfrm>
        <a:off x="4683021" y="1969418"/>
        <a:ext cx="1681202" cy="1574995"/>
      </dsp:txXfrm>
    </dsp:sp>
    <dsp:sp modelId="{3477BB4F-8F83-4249-90D3-956033A57CA3}">
      <dsp:nvSpPr>
        <dsp:cNvPr id="0" name=""/>
        <dsp:cNvSpPr/>
      </dsp:nvSpPr>
      <dsp:spPr>
        <a:xfrm>
          <a:off x="0" y="3938162"/>
          <a:ext cx="6364224" cy="1574995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1E46F85-033D-476C-A61F-32A89A7EDC46}">
      <dsp:nvSpPr>
        <dsp:cNvPr id="0" name=""/>
        <dsp:cNvSpPr/>
      </dsp:nvSpPr>
      <dsp:spPr>
        <a:xfrm>
          <a:off x="476436" y="4292537"/>
          <a:ext cx="866247" cy="86624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F4979E-A3FF-42E6-8354-8A42AD063561}">
      <dsp:nvSpPr>
        <dsp:cNvPr id="0" name=""/>
        <dsp:cNvSpPr/>
      </dsp:nvSpPr>
      <dsp:spPr>
        <a:xfrm>
          <a:off x="1819120" y="3938162"/>
          <a:ext cx="2863900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9334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b="1" kern="1200"/>
            <a:t>Beyond </a:t>
          </a:r>
          <a:r>
            <a:rPr lang="en-US" sz="2100" b="1" kern="1200">
              <a:latin typeface="Franklin Gothic Medium" panose="020B0603020102020204"/>
            </a:rPr>
            <a:t>Match</a:t>
          </a:r>
          <a:r>
            <a:rPr lang="en-US" sz="2100" b="1" kern="1200"/>
            <a:t> </a:t>
          </a:r>
          <a:r>
            <a:rPr lang="en-US" sz="2100" b="1" kern="1200">
              <a:latin typeface="Franklin Gothic Medium" panose="020B0603020102020204"/>
            </a:rPr>
            <a:t>Predictions</a:t>
          </a:r>
          <a:endParaRPr lang="en-US" sz="2100" b="1" kern="1200"/>
        </a:p>
      </dsp:txBody>
      <dsp:txXfrm>
        <a:off x="1819120" y="3938162"/>
        <a:ext cx="2863900" cy="1574995"/>
      </dsp:txXfrm>
    </dsp:sp>
    <dsp:sp modelId="{AC057C00-E83E-461B-8028-8DA34C7F78BC}">
      <dsp:nvSpPr>
        <dsp:cNvPr id="0" name=""/>
        <dsp:cNvSpPr/>
      </dsp:nvSpPr>
      <dsp:spPr>
        <a:xfrm>
          <a:off x="4683021" y="3938162"/>
          <a:ext cx="1681202" cy="157499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66687" tIns="166687" rIns="166687" bIns="166687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Franklin Gothic Medium" panose="020B0603020102020204"/>
            </a:rPr>
            <a:t>Assess player</a:t>
          </a:r>
          <a:r>
            <a:rPr lang="en-US" sz="1100" kern="1200"/>
            <a:t> performance.</a:t>
          </a:r>
        </a:p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Aid in team selection and match preparation.</a:t>
          </a:r>
        </a:p>
      </dsp:txBody>
      <dsp:txXfrm>
        <a:off x="4683021" y="3938162"/>
        <a:ext cx="1681202" cy="157499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F3E30F3-3835-4C3D-98EE-8300AD841FCE}">
      <dsp:nvSpPr>
        <dsp:cNvPr id="0" name=""/>
        <dsp:cNvSpPr/>
      </dsp:nvSpPr>
      <dsp:spPr>
        <a:xfrm>
          <a:off x="1582" y="610212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EDDF5B-1051-4305-B627-FA33C38A314E}">
      <dsp:nvSpPr>
        <dsp:cNvPr id="0" name=""/>
        <dsp:cNvSpPr/>
      </dsp:nvSpPr>
      <dsp:spPr>
        <a:xfrm>
          <a:off x="1582" y="187940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Implemented Models: </a:t>
          </a:r>
        </a:p>
      </dsp:txBody>
      <dsp:txXfrm>
        <a:off x="1582" y="1879407"/>
        <a:ext cx="3261093" cy="489164"/>
      </dsp:txXfrm>
    </dsp:sp>
    <dsp:sp modelId="{8FE25880-5F2A-4D99-8EF9-B07F2A0C421B}">
      <dsp:nvSpPr>
        <dsp:cNvPr id="0" name=""/>
        <dsp:cNvSpPr/>
      </dsp:nvSpPr>
      <dsp:spPr>
        <a:xfrm>
          <a:off x="1582" y="2428019"/>
          <a:ext cx="3261093" cy="1154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Naïve Bayes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Random Forest and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Logistic Regression</a:t>
          </a:r>
        </a:p>
      </dsp:txBody>
      <dsp:txXfrm>
        <a:off x="1582" y="2428019"/>
        <a:ext cx="3261093" cy="1154573"/>
      </dsp:txXfrm>
    </dsp:sp>
    <dsp:sp modelId="{4128C9B8-724A-4C7C-9C33-C005DDB5F282}">
      <dsp:nvSpPr>
        <dsp:cNvPr id="0" name=""/>
        <dsp:cNvSpPr/>
      </dsp:nvSpPr>
      <dsp:spPr>
        <a:xfrm>
          <a:off x="3833367" y="610212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7DF629-ED43-46C6-8D97-D392A988C7BA}">
      <dsp:nvSpPr>
        <dsp:cNvPr id="0" name=""/>
        <dsp:cNvSpPr/>
      </dsp:nvSpPr>
      <dsp:spPr>
        <a:xfrm>
          <a:off x="3833367" y="187940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Dataset Split:</a:t>
          </a:r>
        </a:p>
      </dsp:txBody>
      <dsp:txXfrm>
        <a:off x="3833367" y="1879407"/>
        <a:ext cx="3261093" cy="489164"/>
      </dsp:txXfrm>
    </dsp:sp>
    <dsp:sp modelId="{B8A533AA-B78D-4D49-ADDD-799DE44BD2C3}">
      <dsp:nvSpPr>
        <dsp:cNvPr id="0" name=""/>
        <dsp:cNvSpPr/>
      </dsp:nvSpPr>
      <dsp:spPr>
        <a:xfrm>
          <a:off x="3833367" y="2428019"/>
          <a:ext cx="3261093" cy="1154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training (60%)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validation(20%) 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testing (20%) </a:t>
          </a:r>
        </a:p>
      </dsp:txBody>
      <dsp:txXfrm>
        <a:off x="3833367" y="2428019"/>
        <a:ext cx="3261093" cy="1154573"/>
      </dsp:txXfrm>
    </dsp:sp>
    <dsp:sp modelId="{3C61A777-EE2B-4DE1-9CCD-19806FE465A0}">
      <dsp:nvSpPr>
        <dsp:cNvPr id="0" name=""/>
        <dsp:cNvSpPr/>
      </dsp:nvSpPr>
      <dsp:spPr>
        <a:xfrm>
          <a:off x="7665152" y="610212"/>
          <a:ext cx="1141382" cy="114138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9BE0C-89A1-4851-8CFB-22A8507301F0}">
      <dsp:nvSpPr>
        <dsp:cNvPr id="0" name=""/>
        <dsp:cNvSpPr/>
      </dsp:nvSpPr>
      <dsp:spPr>
        <a:xfrm>
          <a:off x="7665152" y="1879407"/>
          <a:ext cx="3261093" cy="48916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700" kern="1200"/>
            <a:t>Evaluation Metrices:</a:t>
          </a:r>
        </a:p>
      </dsp:txBody>
      <dsp:txXfrm>
        <a:off x="7665152" y="1879407"/>
        <a:ext cx="3261093" cy="489164"/>
      </dsp:txXfrm>
    </dsp:sp>
    <dsp:sp modelId="{5CE1D11A-9CA5-4A3C-920A-C9B290142FF0}">
      <dsp:nvSpPr>
        <dsp:cNvPr id="0" name=""/>
        <dsp:cNvSpPr/>
      </dsp:nvSpPr>
      <dsp:spPr>
        <a:xfrm>
          <a:off x="7665152" y="2428019"/>
          <a:ext cx="3261093" cy="115457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Accuracy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F1-score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Precision</a:t>
          </a:r>
        </a:p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Recall</a:t>
          </a:r>
        </a:p>
      </dsp:txBody>
      <dsp:txXfrm>
        <a:off x="7665152" y="2428019"/>
        <a:ext cx="3261093" cy="115457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8653419-02AB-4A07-B160-217C3905D8F0}">
      <dsp:nvSpPr>
        <dsp:cNvPr id="0" name=""/>
        <dsp:cNvSpPr/>
      </dsp:nvSpPr>
      <dsp:spPr>
        <a:xfrm>
          <a:off x="0" y="502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F44289F-6C31-4912-B64F-CE6A849ED2A6}">
      <dsp:nvSpPr>
        <dsp:cNvPr id="0" name=""/>
        <dsp:cNvSpPr/>
      </dsp:nvSpPr>
      <dsp:spPr>
        <a:xfrm>
          <a:off x="209180" y="156091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0DC7DD4-3D56-4DCF-9B59-9C94085FB2BC}">
      <dsp:nvSpPr>
        <dsp:cNvPr id="0" name=""/>
        <dsp:cNvSpPr/>
      </dsp:nvSpPr>
      <dsp:spPr>
        <a:xfrm>
          <a:off x="798689" y="502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Enhanced Features</a:t>
          </a:r>
          <a:r>
            <a:rPr lang="en-US" sz="1400" kern="1200"/>
            <a:t>:</a:t>
          </a:r>
        </a:p>
      </dsp:txBody>
      <dsp:txXfrm>
        <a:off x="798689" y="502"/>
        <a:ext cx="5502911" cy="691506"/>
      </dsp:txXfrm>
    </dsp:sp>
    <dsp:sp modelId="{868C12FA-CDE9-4E99-8DBF-32EF7E10F098}">
      <dsp:nvSpPr>
        <dsp:cNvPr id="0" name=""/>
        <dsp:cNvSpPr/>
      </dsp:nvSpPr>
      <dsp:spPr>
        <a:xfrm>
          <a:off x="0" y="864885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0598568-5C7D-4BB7-9A48-83306BF5E00F}">
      <dsp:nvSpPr>
        <dsp:cNvPr id="0" name=""/>
        <dsp:cNvSpPr/>
      </dsp:nvSpPr>
      <dsp:spPr>
        <a:xfrm>
          <a:off x="209180" y="1020474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F7F9CD-7703-41D3-845F-5806FEDD899F}">
      <dsp:nvSpPr>
        <dsp:cNvPr id="0" name=""/>
        <dsp:cNvSpPr/>
      </dsp:nvSpPr>
      <dsp:spPr>
        <a:xfrm>
          <a:off x="798689" y="864885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Incorporate detailed player stats (e.g., boundary frequency, strike rates at different game stages, performance in high-pressure situations).</a:t>
          </a:r>
        </a:p>
      </dsp:txBody>
      <dsp:txXfrm>
        <a:off x="798689" y="864885"/>
        <a:ext cx="5502911" cy="691506"/>
      </dsp:txXfrm>
    </dsp:sp>
    <dsp:sp modelId="{7D56A3DC-30BE-4B16-B9A5-155525BE0E90}">
      <dsp:nvSpPr>
        <dsp:cNvPr id="0" name=""/>
        <dsp:cNvSpPr/>
      </dsp:nvSpPr>
      <dsp:spPr>
        <a:xfrm>
          <a:off x="0" y="1729268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0123BA-4FFB-43A1-899F-EDD7887F1DCE}">
      <dsp:nvSpPr>
        <dsp:cNvPr id="0" name=""/>
        <dsp:cNvSpPr/>
      </dsp:nvSpPr>
      <dsp:spPr>
        <a:xfrm>
          <a:off x="209180" y="1884857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97D1B8-731E-4141-8B38-7C6358B450EB}">
      <dsp:nvSpPr>
        <dsp:cNvPr id="0" name=""/>
        <dsp:cNvSpPr/>
      </dsp:nvSpPr>
      <dsp:spPr>
        <a:xfrm>
          <a:off x="798689" y="1729268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Analyze effects of pitch and weather conditions on match outcomes.</a:t>
          </a:r>
        </a:p>
      </dsp:txBody>
      <dsp:txXfrm>
        <a:off x="798689" y="1729268"/>
        <a:ext cx="5502911" cy="691506"/>
      </dsp:txXfrm>
    </dsp:sp>
    <dsp:sp modelId="{1707B14E-01F1-42AB-9935-E311110139D0}">
      <dsp:nvSpPr>
        <dsp:cNvPr id="0" name=""/>
        <dsp:cNvSpPr/>
      </dsp:nvSpPr>
      <dsp:spPr>
        <a:xfrm>
          <a:off x="0" y="2593651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9DE02-55AA-4503-ACBA-B2F36B54F075}">
      <dsp:nvSpPr>
        <dsp:cNvPr id="0" name=""/>
        <dsp:cNvSpPr/>
      </dsp:nvSpPr>
      <dsp:spPr>
        <a:xfrm>
          <a:off x="209180" y="2749240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54881D-B779-459A-BFC6-13532522C392}">
      <dsp:nvSpPr>
        <dsp:cNvPr id="0" name=""/>
        <dsp:cNvSpPr/>
      </dsp:nvSpPr>
      <dsp:spPr>
        <a:xfrm>
          <a:off x="798689" y="2593651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Advanced Techniques</a:t>
          </a:r>
          <a:r>
            <a:rPr lang="en-US" sz="1400" kern="1200"/>
            <a:t>:</a:t>
          </a:r>
        </a:p>
      </dsp:txBody>
      <dsp:txXfrm>
        <a:off x="798689" y="2593651"/>
        <a:ext cx="5502911" cy="691506"/>
      </dsp:txXfrm>
    </dsp:sp>
    <dsp:sp modelId="{4E99CB62-60AC-455F-800C-9FF9FA3A9C8E}">
      <dsp:nvSpPr>
        <dsp:cNvPr id="0" name=""/>
        <dsp:cNvSpPr/>
      </dsp:nvSpPr>
      <dsp:spPr>
        <a:xfrm>
          <a:off x="0" y="3458034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1FFFB2E-7A9F-49AC-A963-84734BE9BD07}">
      <dsp:nvSpPr>
        <dsp:cNvPr id="0" name=""/>
        <dsp:cNvSpPr/>
      </dsp:nvSpPr>
      <dsp:spPr>
        <a:xfrm>
          <a:off x="209180" y="3613623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FA3DE61-61A3-46A8-A9F5-ED31A9D2FCC7}">
      <dsp:nvSpPr>
        <dsp:cNvPr id="0" name=""/>
        <dsp:cNvSpPr/>
      </dsp:nvSpPr>
      <dsp:spPr>
        <a:xfrm>
          <a:off x="798689" y="3458034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Explore ensemble methods or deep learning models for capturing complex data relationships.</a:t>
          </a:r>
        </a:p>
      </dsp:txBody>
      <dsp:txXfrm>
        <a:off x="798689" y="3458034"/>
        <a:ext cx="5502911" cy="691506"/>
      </dsp:txXfrm>
    </dsp:sp>
    <dsp:sp modelId="{F50A0155-D33B-416B-823C-C2221897F486}">
      <dsp:nvSpPr>
        <dsp:cNvPr id="0" name=""/>
        <dsp:cNvSpPr/>
      </dsp:nvSpPr>
      <dsp:spPr>
        <a:xfrm>
          <a:off x="0" y="4322417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BA2B5B9-BC6A-48D1-9689-0032D40A4C7E}">
      <dsp:nvSpPr>
        <dsp:cNvPr id="0" name=""/>
        <dsp:cNvSpPr/>
      </dsp:nvSpPr>
      <dsp:spPr>
        <a:xfrm>
          <a:off x="209180" y="4478006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A2CD349-8CA7-4027-A99A-6AE8395999AE}">
      <dsp:nvSpPr>
        <dsp:cNvPr id="0" name=""/>
        <dsp:cNvSpPr/>
      </dsp:nvSpPr>
      <dsp:spPr>
        <a:xfrm>
          <a:off x="798689" y="4322417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b="1" kern="1200"/>
            <a:t>Temporal Insights</a:t>
          </a:r>
          <a:r>
            <a:rPr lang="en-US" sz="1400" kern="1200"/>
            <a:t>:</a:t>
          </a:r>
        </a:p>
      </dsp:txBody>
      <dsp:txXfrm>
        <a:off x="798689" y="4322417"/>
        <a:ext cx="5502911" cy="691506"/>
      </dsp:txXfrm>
    </dsp:sp>
    <dsp:sp modelId="{E8194CD9-68B3-43C6-9EBF-9F9F61CEFE26}">
      <dsp:nvSpPr>
        <dsp:cNvPr id="0" name=""/>
        <dsp:cNvSpPr/>
      </dsp:nvSpPr>
      <dsp:spPr>
        <a:xfrm>
          <a:off x="0" y="5186800"/>
          <a:ext cx="6301601" cy="69150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7C59D12-8953-4FDB-AADB-A0B24AE21A7F}">
      <dsp:nvSpPr>
        <dsp:cNvPr id="0" name=""/>
        <dsp:cNvSpPr/>
      </dsp:nvSpPr>
      <dsp:spPr>
        <a:xfrm>
          <a:off x="209180" y="5342389"/>
          <a:ext cx="380328" cy="380328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344F95-59AC-4303-BD7F-25D47B3B51D1}">
      <dsp:nvSpPr>
        <dsp:cNvPr id="0" name=""/>
        <dsp:cNvSpPr/>
      </dsp:nvSpPr>
      <dsp:spPr>
        <a:xfrm>
          <a:off x="798689" y="5186800"/>
          <a:ext cx="5502911" cy="69150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73184" tIns="73184" rIns="73184" bIns="73184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Conduct temporal analysis of player performance across different match phases to improve predictive accuracy</a:t>
          </a:r>
        </a:p>
      </dsp:txBody>
      <dsp:txXfrm>
        <a:off x="798689" y="5186800"/>
        <a:ext cx="5502911" cy="6915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B0D4E83-32BA-49F0-9FC2-516B10110823}">
      <dsp:nvSpPr>
        <dsp:cNvPr id="0" name=""/>
        <dsp:cNvSpPr/>
      </dsp:nvSpPr>
      <dsp:spPr>
        <a:xfrm>
          <a:off x="0" y="1844702"/>
          <a:ext cx="10927829" cy="0"/>
        </a:xfrm>
        <a:prstGeom prst="lin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  <a:tailEnd type="triangle" w="lg" len="lg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7ED25C-92BA-498A-9276-BD3753FF4540}">
      <dsp:nvSpPr>
        <dsp:cNvPr id="0" name=""/>
        <dsp:cNvSpPr/>
      </dsp:nvSpPr>
      <dsp:spPr>
        <a:xfrm rot="8100000">
          <a:off x="61675" y="425847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70E50-8457-4AB7-A6C9-4BEFE1BFA6CA}">
      <dsp:nvSpPr>
        <dsp:cNvPr id="0" name=""/>
        <dsp:cNvSpPr/>
      </dsp:nvSpPr>
      <dsp:spPr>
        <a:xfrm>
          <a:off x="91656" y="455829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4AEFE10-54B1-4645-ACDD-5262AD646D6D}">
      <dsp:nvSpPr>
        <dsp:cNvPr id="0" name=""/>
        <dsp:cNvSpPr/>
      </dsp:nvSpPr>
      <dsp:spPr>
        <a:xfrm>
          <a:off x="387454" y="752638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Problem Statement and generating Research Questions</a:t>
          </a:r>
        </a:p>
      </dsp:txBody>
      <dsp:txXfrm>
        <a:off x="387454" y="752638"/>
        <a:ext cx="1807112" cy="1092063"/>
      </dsp:txXfrm>
    </dsp:sp>
    <dsp:sp modelId="{2EC2BF49-8217-40D8-8100-4AC9FA0B6804}">
      <dsp:nvSpPr>
        <dsp:cNvPr id="0" name=""/>
        <dsp:cNvSpPr/>
      </dsp:nvSpPr>
      <dsp:spPr>
        <a:xfrm>
          <a:off x="387454" y="368940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14 Sep</a:t>
          </a:r>
        </a:p>
      </dsp:txBody>
      <dsp:txXfrm>
        <a:off x="387454" y="368940"/>
        <a:ext cx="1807112" cy="383698"/>
      </dsp:txXfrm>
    </dsp:sp>
    <dsp:sp modelId="{EAAE0DCB-E9D9-4B38-95BE-C867C5D2C347}">
      <dsp:nvSpPr>
        <dsp:cNvPr id="0" name=""/>
        <dsp:cNvSpPr/>
      </dsp:nvSpPr>
      <dsp:spPr>
        <a:xfrm>
          <a:off x="196617" y="752638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9F8B1A-BB50-4E7B-89A7-F83EE5CEDFF4}">
      <dsp:nvSpPr>
        <dsp:cNvPr id="0" name=""/>
        <dsp:cNvSpPr/>
      </dsp:nvSpPr>
      <dsp:spPr>
        <a:xfrm>
          <a:off x="163278" y="1810169"/>
          <a:ext cx="68701" cy="69065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231DC7-F259-4418-9AA2-ED2265EEB110}">
      <dsp:nvSpPr>
        <dsp:cNvPr id="0" name=""/>
        <dsp:cNvSpPr/>
      </dsp:nvSpPr>
      <dsp:spPr>
        <a:xfrm rot="18900000">
          <a:off x="1152610" y="2993673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-231320"/>
            <a:satOff val="-3347"/>
            <a:lumOff val="-1642"/>
            <a:alphaOff val="0"/>
          </a:schemeClr>
        </a:solidFill>
        <a:ln w="12700" cap="flat" cmpd="sng" algn="ctr">
          <a:solidFill>
            <a:schemeClr val="accent2">
              <a:hueOff val="-231320"/>
              <a:satOff val="-3347"/>
              <a:lumOff val="-1642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8B31B1B-FFB0-41B3-8D59-B3C50FF3DFA4}">
      <dsp:nvSpPr>
        <dsp:cNvPr id="0" name=""/>
        <dsp:cNvSpPr/>
      </dsp:nvSpPr>
      <dsp:spPr>
        <a:xfrm>
          <a:off x="1182592" y="3023654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9C2A0A0-7FDE-4BD8-B18F-58BC4C8F09D5}">
      <dsp:nvSpPr>
        <dsp:cNvPr id="0" name=""/>
        <dsp:cNvSpPr/>
      </dsp:nvSpPr>
      <dsp:spPr>
        <a:xfrm>
          <a:off x="1478389" y="1844702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</a:t>
          </a:r>
          <a:r>
            <a:rPr lang="en-US" sz="1500" kern="1200">
              <a:latin typeface="Franklin Gothic Medium" panose="020B0603020102020204"/>
            </a:rPr>
            <a:t>Proposal</a:t>
          </a:r>
          <a:r>
            <a:rPr lang="en-US" sz="1500" kern="1200"/>
            <a:t> </a:t>
          </a:r>
        </a:p>
      </dsp:txBody>
      <dsp:txXfrm>
        <a:off x="1478389" y="1844702"/>
        <a:ext cx="1807112" cy="1092063"/>
      </dsp:txXfrm>
    </dsp:sp>
    <dsp:sp modelId="{C02312AA-B09E-4D6F-BDB3-A069F7598E99}">
      <dsp:nvSpPr>
        <dsp:cNvPr id="0" name=""/>
        <dsp:cNvSpPr/>
      </dsp:nvSpPr>
      <dsp:spPr>
        <a:xfrm>
          <a:off x="1478389" y="2936766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17 Sep</a:t>
          </a:r>
        </a:p>
      </dsp:txBody>
      <dsp:txXfrm>
        <a:off x="1478389" y="2936766"/>
        <a:ext cx="1807112" cy="383698"/>
      </dsp:txXfrm>
    </dsp:sp>
    <dsp:sp modelId="{0B90183E-52C9-414E-857A-908FDCBFA2FB}">
      <dsp:nvSpPr>
        <dsp:cNvPr id="0" name=""/>
        <dsp:cNvSpPr/>
      </dsp:nvSpPr>
      <dsp:spPr>
        <a:xfrm>
          <a:off x="1287552" y="1844702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-231320"/>
              <a:satOff val="-3347"/>
              <a:lumOff val="-1642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9739AB7-6C74-4458-8B38-B41FAC071755}">
      <dsp:nvSpPr>
        <dsp:cNvPr id="0" name=""/>
        <dsp:cNvSpPr/>
      </dsp:nvSpPr>
      <dsp:spPr>
        <a:xfrm>
          <a:off x="1254213" y="1810169"/>
          <a:ext cx="68701" cy="69065"/>
        </a:xfrm>
        <a:prstGeom prst="ellipse">
          <a:avLst/>
        </a:prstGeom>
        <a:solidFill>
          <a:schemeClr val="accent2">
            <a:hueOff val="-231320"/>
            <a:satOff val="-3347"/>
            <a:lumOff val="-1642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0F8EF9A-BFD6-408B-8D49-BA77EAA03515}">
      <dsp:nvSpPr>
        <dsp:cNvPr id="0" name=""/>
        <dsp:cNvSpPr/>
      </dsp:nvSpPr>
      <dsp:spPr>
        <a:xfrm rot="8100000">
          <a:off x="2243545" y="425847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-462640"/>
            <a:satOff val="-6694"/>
            <a:lumOff val="-3284"/>
            <a:alphaOff val="0"/>
          </a:schemeClr>
        </a:solidFill>
        <a:ln w="12700" cap="flat" cmpd="sng" algn="ctr">
          <a:solidFill>
            <a:schemeClr val="accent2">
              <a:hueOff val="-462640"/>
              <a:satOff val="-6694"/>
              <a:lumOff val="-3284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7AC3F99-4A14-49BC-A585-7DDC00043494}">
      <dsp:nvSpPr>
        <dsp:cNvPr id="0" name=""/>
        <dsp:cNvSpPr/>
      </dsp:nvSpPr>
      <dsp:spPr>
        <a:xfrm>
          <a:off x="2273527" y="455829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47B1B0A-B4EB-4354-B1ED-7BDAB5EE4413}">
      <dsp:nvSpPr>
        <dsp:cNvPr id="0" name=""/>
        <dsp:cNvSpPr/>
      </dsp:nvSpPr>
      <dsp:spPr>
        <a:xfrm>
          <a:off x="2569325" y="752638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Data Preprocessing </a:t>
          </a:r>
        </a:p>
      </dsp:txBody>
      <dsp:txXfrm>
        <a:off x="2569325" y="752638"/>
        <a:ext cx="1807112" cy="1092063"/>
      </dsp:txXfrm>
    </dsp:sp>
    <dsp:sp modelId="{1EA3059D-BAA3-4344-A317-4672B80FCAA2}">
      <dsp:nvSpPr>
        <dsp:cNvPr id="0" name=""/>
        <dsp:cNvSpPr/>
      </dsp:nvSpPr>
      <dsp:spPr>
        <a:xfrm>
          <a:off x="2569325" y="368940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29 Sep</a:t>
          </a:r>
        </a:p>
      </dsp:txBody>
      <dsp:txXfrm>
        <a:off x="2569325" y="368940"/>
        <a:ext cx="1807112" cy="383698"/>
      </dsp:txXfrm>
    </dsp:sp>
    <dsp:sp modelId="{3B83C966-1950-424B-A6FA-CD18DA29724D}">
      <dsp:nvSpPr>
        <dsp:cNvPr id="0" name=""/>
        <dsp:cNvSpPr/>
      </dsp:nvSpPr>
      <dsp:spPr>
        <a:xfrm>
          <a:off x="2378487" y="752638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-462640"/>
              <a:satOff val="-6694"/>
              <a:lumOff val="-3284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9D54AF7-0669-4659-98A9-993C76062400}">
      <dsp:nvSpPr>
        <dsp:cNvPr id="0" name=""/>
        <dsp:cNvSpPr/>
      </dsp:nvSpPr>
      <dsp:spPr>
        <a:xfrm>
          <a:off x="2345148" y="1810169"/>
          <a:ext cx="68701" cy="69065"/>
        </a:xfrm>
        <a:prstGeom prst="ellipse">
          <a:avLst/>
        </a:prstGeom>
        <a:solidFill>
          <a:schemeClr val="accent2">
            <a:hueOff val="-462640"/>
            <a:satOff val="-6694"/>
            <a:lumOff val="-3284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84AF261-7F89-45BF-BCA1-945B95DC1101}">
      <dsp:nvSpPr>
        <dsp:cNvPr id="0" name=""/>
        <dsp:cNvSpPr/>
      </dsp:nvSpPr>
      <dsp:spPr>
        <a:xfrm rot="18900000">
          <a:off x="3334480" y="2993673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-693960"/>
            <a:satOff val="-10041"/>
            <a:lumOff val="-4926"/>
            <a:alphaOff val="0"/>
          </a:schemeClr>
        </a:solidFill>
        <a:ln w="12700" cap="flat" cmpd="sng" algn="ctr">
          <a:solidFill>
            <a:schemeClr val="accent2">
              <a:hueOff val="-693960"/>
              <a:satOff val="-10041"/>
              <a:lumOff val="-4926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316858C-1CC2-43B2-A0EA-9CBFB1D94500}">
      <dsp:nvSpPr>
        <dsp:cNvPr id="0" name=""/>
        <dsp:cNvSpPr/>
      </dsp:nvSpPr>
      <dsp:spPr>
        <a:xfrm>
          <a:off x="3364462" y="3023654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C895D78-9F49-4BF4-8A25-ADCC3E7BAE06}">
      <dsp:nvSpPr>
        <dsp:cNvPr id="0" name=""/>
        <dsp:cNvSpPr/>
      </dsp:nvSpPr>
      <dsp:spPr>
        <a:xfrm>
          <a:off x="3660260" y="1844702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Milestone 1</a:t>
          </a:r>
        </a:p>
      </dsp:txBody>
      <dsp:txXfrm>
        <a:off x="3660260" y="1844702"/>
        <a:ext cx="1807112" cy="1092063"/>
      </dsp:txXfrm>
    </dsp:sp>
    <dsp:sp modelId="{1CCDED06-CD30-48DA-BF15-909B904E013B}">
      <dsp:nvSpPr>
        <dsp:cNvPr id="0" name=""/>
        <dsp:cNvSpPr/>
      </dsp:nvSpPr>
      <dsp:spPr>
        <a:xfrm>
          <a:off x="3660260" y="2936766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7 Oct</a:t>
          </a:r>
        </a:p>
      </dsp:txBody>
      <dsp:txXfrm>
        <a:off x="3660260" y="2936766"/>
        <a:ext cx="1807112" cy="383698"/>
      </dsp:txXfrm>
    </dsp:sp>
    <dsp:sp modelId="{824D1BAA-A39F-47AC-BA0C-9A880A90E4C2}">
      <dsp:nvSpPr>
        <dsp:cNvPr id="0" name=""/>
        <dsp:cNvSpPr/>
      </dsp:nvSpPr>
      <dsp:spPr>
        <a:xfrm>
          <a:off x="3469422" y="1844702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-693960"/>
              <a:satOff val="-10041"/>
              <a:lumOff val="-4926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A6910F5-7951-478F-97D6-160B25BB89B6}">
      <dsp:nvSpPr>
        <dsp:cNvPr id="0" name=""/>
        <dsp:cNvSpPr/>
      </dsp:nvSpPr>
      <dsp:spPr>
        <a:xfrm>
          <a:off x="3436084" y="1810169"/>
          <a:ext cx="68701" cy="69065"/>
        </a:xfrm>
        <a:prstGeom prst="ellipse">
          <a:avLst/>
        </a:prstGeom>
        <a:solidFill>
          <a:schemeClr val="accent2">
            <a:hueOff val="-693960"/>
            <a:satOff val="-10041"/>
            <a:lumOff val="-4926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2554AC-5037-42C0-8D37-86F9A3C79601}">
      <dsp:nvSpPr>
        <dsp:cNvPr id="0" name=""/>
        <dsp:cNvSpPr/>
      </dsp:nvSpPr>
      <dsp:spPr>
        <a:xfrm rot="8100000">
          <a:off x="4425415" y="425847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-925279"/>
            <a:satOff val="-13388"/>
            <a:lumOff val="-6569"/>
            <a:alphaOff val="0"/>
          </a:schemeClr>
        </a:solidFill>
        <a:ln w="12700" cap="flat" cmpd="sng" algn="ctr">
          <a:solidFill>
            <a:schemeClr val="accent2">
              <a:hueOff val="-925279"/>
              <a:satOff val="-13388"/>
              <a:lumOff val="-656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49E073-9D84-4767-87BA-7A02A31522C7}">
      <dsp:nvSpPr>
        <dsp:cNvPr id="0" name=""/>
        <dsp:cNvSpPr/>
      </dsp:nvSpPr>
      <dsp:spPr>
        <a:xfrm>
          <a:off x="4455397" y="455829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B4B8A7-B076-472C-89AE-52EEBCA2EE3C}">
      <dsp:nvSpPr>
        <dsp:cNvPr id="0" name=""/>
        <dsp:cNvSpPr/>
      </dsp:nvSpPr>
      <dsp:spPr>
        <a:xfrm>
          <a:off x="4751195" y="752638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1500" b="0" kern="1200">
              <a:solidFill>
                <a:srgbClr val="444444"/>
              </a:solidFill>
              <a:latin typeface="Calibri"/>
              <a:ea typeface="Calibri"/>
              <a:cs typeface="Calibri"/>
            </a:rPr>
            <a:t>Exploratory Data Analysis</a:t>
          </a:r>
          <a:endParaRPr lang="en-US" sz="1500" kern="1200"/>
        </a:p>
      </dsp:txBody>
      <dsp:txXfrm>
        <a:off x="4751195" y="752638"/>
        <a:ext cx="1807112" cy="1092063"/>
      </dsp:txXfrm>
    </dsp:sp>
    <dsp:sp modelId="{FE72CE33-0137-42F9-89AB-3FA8C3C26512}">
      <dsp:nvSpPr>
        <dsp:cNvPr id="0" name=""/>
        <dsp:cNvSpPr/>
      </dsp:nvSpPr>
      <dsp:spPr>
        <a:xfrm>
          <a:off x="4751195" y="368940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b="0" kern="1200">
              <a:solidFill>
                <a:srgbClr val="444444"/>
              </a:solidFill>
              <a:latin typeface="Calibri"/>
              <a:ea typeface="Calibri"/>
              <a:cs typeface="Calibri"/>
            </a:rPr>
            <a:t>20 Oct</a:t>
          </a:r>
        </a:p>
      </dsp:txBody>
      <dsp:txXfrm>
        <a:off x="4751195" y="368940"/>
        <a:ext cx="1807112" cy="383698"/>
      </dsp:txXfrm>
    </dsp:sp>
    <dsp:sp modelId="{969DBD76-5704-4AA5-9EDB-FEC9CC9B0B96}">
      <dsp:nvSpPr>
        <dsp:cNvPr id="0" name=""/>
        <dsp:cNvSpPr/>
      </dsp:nvSpPr>
      <dsp:spPr>
        <a:xfrm>
          <a:off x="4560358" y="752638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-1028088"/>
              <a:satOff val="-14875"/>
              <a:lumOff val="-7298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C378E1D-FBBD-400D-8406-E2C095D5DC08}">
      <dsp:nvSpPr>
        <dsp:cNvPr id="0" name=""/>
        <dsp:cNvSpPr/>
      </dsp:nvSpPr>
      <dsp:spPr>
        <a:xfrm>
          <a:off x="4527019" y="1810169"/>
          <a:ext cx="68701" cy="69065"/>
        </a:xfrm>
        <a:prstGeom prst="ellipse">
          <a:avLst/>
        </a:prstGeom>
        <a:solidFill>
          <a:schemeClr val="accent2">
            <a:hueOff val="-1028088"/>
            <a:satOff val="-14875"/>
            <a:lumOff val="-7298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897F22-35B6-4E8E-BDE1-97E36B8601A5}">
      <dsp:nvSpPr>
        <dsp:cNvPr id="0" name=""/>
        <dsp:cNvSpPr/>
      </dsp:nvSpPr>
      <dsp:spPr>
        <a:xfrm rot="18900000">
          <a:off x="5516351" y="2993673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-1156599"/>
            <a:satOff val="-16734"/>
            <a:lumOff val="-8211"/>
            <a:alphaOff val="0"/>
          </a:schemeClr>
        </a:solidFill>
        <a:ln w="12700" cap="flat" cmpd="sng" algn="ctr">
          <a:solidFill>
            <a:schemeClr val="accent2">
              <a:hueOff val="-1156599"/>
              <a:satOff val="-16734"/>
              <a:lumOff val="-821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A1D3345-B631-4B2F-9449-62CE90900109}">
      <dsp:nvSpPr>
        <dsp:cNvPr id="0" name=""/>
        <dsp:cNvSpPr/>
      </dsp:nvSpPr>
      <dsp:spPr>
        <a:xfrm>
          <a:off x="5546332" y="3023654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7432555-6A23-4ED5-A91D-3C4068BACFF5}">
      <dsp:nvSpPr>
        <dsp:cNvPr id="0" name=""/>
        <dsp:cNvSpPr/>
      </dsp:nvSpPr>
      <dsp:spPr>
        <a:xfrm>
          <a:off x="5842130" y="1844702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Preliminary Results from Baseline</a:t>
          </a:r>
        </a:p>
      </dsp:txBody>
      <dsp:txXfrm>
        <a:off x="5842130" y="1844702"/>
        <a:ext cx="1807112" cy="1092063"/>
      </dsp:txXfrm>
    </dsp:sp>
    <dsp:sp modelId="{1523B44C-7F20-45D0-A477-92BEDB2F5B83}">
      <dsp:nvSpPr>
        <dsp:cNvPr id="0" name=""/>
        <dsp:cNvSpPr/>
      </dsp:nvSpPr>
      <dsp:spPr>
        <a:xfrm>
          <a:off x="5842130" y="2936766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29 Oct</a:t>
          </a:r>
        </a:p>
      </dsp:txBody>
      <dsp:txXfrm>
        <a:off x="5842130" y="2936766"/>
        <a:ext cx="1807112" cy="383698"/>
      </dsp:txXfrm>
    </dsp:sp>
    <dsp:sp modelId="{8F482D86-E8FB-4B2B-8446-264CA0B53DBF}">
      <dsp:nvSpPr>
        <dsp:cNvPr id="0" name=""/>
        <dsp:cNvSpPr/>
      </dsp:nvSpPr>
      <dsp:spPr>
        <a:xfrm>
          <a:off x="5651293" y="1844702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-925279"/>
              <a:satOff val="-13388"/>
              <a:lumOff val="-6569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9D942D1-B355-479C-8742-06460712145A}">
      <dsp:nvSpPr>
        <dsp:cNvPr id="0" name=""/>
        <dsp:cNvSpPr/>
      </dsp:nvSpPr>
      <dsp:spPr>
        <a:xfrm>
          <a:off x="5617954" y="1810169"/>
          <a:ext cx="68701" cy="69065"/>
        </a:xfrm>
        <a:prstGeom prst="ellipse">
          <a:avLst/>
        </a:prstGeom>
        <a:solidFill>
          <a:schemeClr val="accent2">
            <a:hueOff val="-925279"/>
            <a:satOff val="-13388"/>
            <a:lumOff val="-6569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7D0661F-46CE-4BF6-8C2D-D2841111809B}">
      <dsp:nvSpPr>
        <dsp:cNvPr id="0" name=""/>
        <dsp:cNvSpPr/>
      </dsp:nvSpPr>
      <dsp:spPr>
        <a:xfrm rot="8100000">
          <a:off x="6607286" y="425847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-1387919"/>
            <a:satOff val="-20081"/>
            <a:lumOff val="-9853"/>
            <a:alphaOff val="0"/>
          </a:schemeClr>
        </a:solidFill>
        <a:ln w="12700" cap="flat" cmpd="sng" algn="ctr">
          <a:solidFill>
            <a:schemeClr val="accent2">
              <a:hueOff val="-1387919"/>
              <a:satOff val="-20081"/>
              <a:lumOff val="-9853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B34B3B-FFB9-49DF-AE0C-043DFA2F3091}">
      <dsp:nvSpPr>
        <dsp:cNvPr id="0" name=""/>
        <dsp:cNvSpPr/>
      </dsp:nvSpPr>
      <dsp:spPr>
        <a:xfrm>
          <a:off x="6637268" y="455829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485EAD-3959-4FB6-B356-BDE64FA13CF0}">
      <dsp:nvSpPr>
        <dsp:cNvPr id="0" name=""/>
        <dsp:cNvSpPr/>
      </dsp:nvSpPr>
      <dsp:spPr>
        <a:xfrm>
          <a:off x="6933065" y="752638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Milestone 2</a:t>
          </a:r>
        </a:p>
      </dsp:txBody>
      <dsp:txXfrm>
        <a:off x="6933065" y="752638"/>
        <a:ext cx="1807112" cy="1092063"/>
      </dsp:txXfrm>
    </dsp:sp>
    <dsp:sp modelId="{ADD06CDB-DA5C-401A-A583-5645CC101C09}">
      <dsp:nvSpPr>
        <dsp:cNvPr id="0" name=""/>
        <dsp:cNvSpPr/>
      </dsp:nvSpPr>
      <dsp:spPr>
        <a:xfrm>
          <a:off x="6933065" y="368940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11 Nov</a:t>
          </a:r>
        </a:p>
      </dsp:txBody>
      <dsp:txXfrm>
        <a:off x="6933065" y="368940"/>
        <a:ext cx="1807112" cy="383698"/>
      </dsp:txXfrm>
    </dsp:sp>
    <dsp:sp modelId="{304BAB74-B5C8-4ECB-9792-356D59C688E7}">
      <dsp:nvSpPr>
        <dsp:cNvPr id="0" name=""/>
        <dsp:cNvSpPr/>
      </dsp:nvSpPr>
      <dsp:spPr>
        <a:xfrm>
          <a:off x="6742228" y="752638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-1156599"/>
              <a:satOff val="-16734"/>
              <a:lumOff val="-8211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3E4868D-C520-44BC-9F6A-68BE74DF9E5B}">
      <dsp:nvSpPr>
        <dsp:cNvPr id="0" name=""/>
        <dsp:cNvSpPr/>
      </dsp:nvSpPr>
      <dsp:spPr>
        <a:xfrm>
          <a:off x="6708889" y="1810169"/>
          <a:ext cx="68701" cy="69065"/>
        </a:xfrm>
        <a:prstGeom prst="ellipse">
          <a:avLst/>
        </a:prstGeom>
        <a:solidFill>
          <a:schemeClr val="accent2">
            <a:hueOff val="-1156599"/>
            <a:satOff val="-16734"/>
            <a:lumOff val="-8211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D47B8BB-B6ED-471E-87AB-FF64E0B538D3}">
      <dsp:nvSpPr>
        <dsp:cNvPr id="0" name=""/>
        <dsp:cNvSpPr/>
      </dsp:nvSpPr>
      <dsp:spPr>
        <a:xfrm rot="18900000">
          <a:off x="7698221" y="2993673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-1619239"/>
            <a:satOff val="-23428"/>
            <a:lumOff val="-11495"/>
            <a:alphaOff val="0"/>
          </a:schemeClr>
        </a:solidFill>
        <a:ln w="12700" cap="flat" cmpd="sng" algn="ctr">
          <a:solidFill>
            <a:schemeClr val="accent2">
              <a:hueOff val="-1619239"/>
              <a:satOff val="-23428"/>
              <a:lumOff val="-1149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96CF568-7B77-495F-8762-CE1117B46215}">
      <dsp:nvSpPr>
        <dsp:cNvPr id="0" name=""/>
        <dsp:cNvSpPr/>
      </dsp:nvSpPr>
      <dsp:spPr>
        <a:xfrm>
          <a:off x="7728203" y="3023654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6A11BB9-A08C-4844-BA87-09C3243553AB}">
      <dsp:nvSpPr>
        <dsp:cNvPr id="0" name=""/>
        <dsp:cNvSpPr/>
      </dsp:nvSpPr>
      <dsp:spPr>
        <a:xfrm>
          <a:off x="8024001" y="1844702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142875" rIns="0" bIns="95250" numCol="1" spcCol="1270" anchor="b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 err="1"/>
            <a:t>Preparaing</a:t>
          </a:r>
          <a:r>
            <a:rPr lang="en-US" sz="1500" kern="1200"/>
            <a:t> Final Report &amp; presentation</a:t>
          </a:r>
        </a:p>
      </dsp:txBody>
      <dsp:txXfrm>
        <a:off x="8024001" y="1844702"/>
        <a:ext cx="1807112" cy="1092063"/>
      </dsp:txXfrm>
    </dsp:sp>
    <dsp:sp modelId="{96B5CE69-D809-4061-B5AA-E27CAE973EDD}">
      <dsp:nvSpPr>
        <dsp:cNvPr id="0" name=""/>
        <dsp:cNvSpPr/>
      </dsp:nvSpPr>
      <dsp:spPr>
        <a:xfrm>
          <a:off x="8024001" y="2936766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25 Nov</a:t>
          </a:r>
        </a:p>
      </dsp:txBody>
      <dsp:txXfrm>
        <a:off x="8024001" y="2936766"/>
        <a:ext cx="1807112" cy="383698"/>
      </dsp:txXfrm>
    </dsp:sp>
    <dsp:sp modelId="{0B6A8594-A0A3-4372-8F35-4A23620E622A}">
      <dsp:nvSpPr>
        <dsp:cNvPr id="0" name=""/>
        <dsp:cNvSpPr/>
      </dsp:nvSpPr>
      <dsp:spPr>
        <a:xfrm>
          <a:off x="7833163" y="1844702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-1387919"/>
              <a:satOff val="-20081"/>
              <a:lumOff val="-9853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7D59051-9951-4250-8611-4D9D0D4505CE}">
      <dsp:nvSpPr>
        <dsp:cNvPr id="0" name=""/>
        <dsp:cNvSpPr/>
      </dsp:nvSpPr>
      <dsp:spPr>
        <a:xfrm>
          <a:off x="7799824" y="1810169"/>
          <a:ext cx="68701" cy="69065"/>
        </a:xfrm>
        <a:prstGeom prst="ellipse">
          <a:avLst/>
        </a:prstGeom>
        <a:solidFill>
          <a:schemeClr val="accent2">
            <a:hueOff val="-1387919"/>
            <a:satOff val="-20081"/>
            <a:lumOff val="-9853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1D3CD2-3997-486A-A9B9-D6CDE4222787}">
      <dsp:nvSpPr>
        <dsp:cNvPr id="0" name=""/>
        <dsp:cNvSpPr/>
      </dsp:nvSpPr>
      <dsp:spPr>
        <a:xfrm rot="8100000">
          <a:off x="8789156" y="425847"/>
          <a:ext cx="269884" cy="269884"/>
        </a:xfrm>
        <a:prstGeom prst="teardrop">
          <a:avLst>
            <a:gd name="adj" fmla="val 115000"/>
          </a:avLst>
        </a:prstGeom>
        <a:solidFill>
          <a:schemeClr val="accent2">
            <a:hueOff val="-1850559"/>
            <a:satOff val="-26775"/>
            <a:lumOff val="-13137"/>
            <a:alphaOff val="0"/>
          </a:schemeClr>
        </a:solidFill>
        <a:ln w="12700" cap="flat" cmpd="sng" algn="ctr">
          <a:solidFill>
            <a:schemeClr val="accent2">
              <a:hueOff val="-1850559"/>
              <a:satOff val="-26775"/>
              <a:lumOff val="-13137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EB66A2-3B8D-4B77-9E0E-E79CBA1089B5}">
      <dsp:nvSpPr>
        <dsp:cNvPr id="0" name=""/>
        <dsp:cNvSpPr/>
      </dsp:nvSpPr>
      <dsp:spPr>
        <a:xfrm>
          <a:off x="8819138" y="455829"/>
          <a:ext cx="209921" cy="209921"/>
        </a:xfrm>
        <a:prstGeom prst="ellipse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5DC604E-856E-4BC0-ACCC-6763219F399D}">
      <dsp:nvSpPr>
        <dsp:cNvPr id="0" name=""/>
        <dsp:cNvSpPr/>
      </dsp:nvSpPr>
      <dsp:spPr>
        <a:xfrm>
          <a:off x="9114936" y="752638"/>
          <a:ext cx="1807112" cy="1092063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95250" rIns="95250" bIns="142875" numCol="1" spcCol="1270" anchor="t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Project Submission</a:t>
          </a:r>
        </a:p>
      </dsp:txBody>
      <dsp:txXfrm>
        <a:off x="9114936" y="752638"/>
        <a:ext cx="1807112" cy="1092063"/>
      </dsp:txXfrm>
    </dsp:sp>
    <dsp:sp modelId="{EA145325-4FA9-43A2-A3F1-32B3405D69A0}">
      <dsp:nvSpPr>
        <dsp:cNvPr id="0" name=""/>
        <dsp:cNvSpPr/>
      </dsp:nvSpPr>
      <dsp:spPr>
        <a:xfrm>
          <a:off x="9114936" y="368940"/>
          <a:ext cx="1807112" cy="38369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127000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2000" kern="1200"/>
            <a:t>6 Dec</a:t>
          </a:r>
        </a:p>
      </dsp:txBody>
      <dsp:txXfrm>
        <a:off x="9114936" y="368940"/>
        <a:ext cx="1807112" cy="383698"/>
      </dsp:txXfrm>
    </dsp:sp>
    <dsp:sp modelId="{C7F3AEA4-409C-4C6E-80CE-EFC53D041E59}">
      <dsp:nvSpPr>
        <dsp:cNvPr id="0" name=""/>
        <dsp:cNvSpPr/>
      </dsp:nvSpPr>
      <dsp:spPr>
        <a:xfrm>
          <a:off x="8924099" y="752638"/>
          <a:ext cx="0" cy="1092063"/>
        </a:xfrm>
        <a:prstGeom prst="line">
          <a:avLst/>
        </a:prstGeom>
        <a:noFill/>
        <a:ln w="12700" cap="flat" cmpd="sng" algn="ctr">
          <a:solidFill>
            <a:schemeClr val="accent2">
              <a:hueOff val="-1619239"/>
              <a:satOff val="-23428"/>
              <a:lumOff val="-11495"/>
              <a:alphaOff val="0"/>
            </a:schemeClr>
          </a:solidFill>
          <a:prstDash val="dash"/>
          <a:miter lim="800000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A845D2-B716-49E7-89B6-8E96E6DF7273}">
      <dsp:nvSpPr>
        <dsp:cNvPr id="0" name=""/>
        <dsp:cNvSpPr/>
      </dsp:nvSpPr>
      <dsp:spPr>
        <a:xfrm>
          <a:off x="8890760" y="1810169"/>
          <a:ext cx="68701" cy="69065"/>
        </a:xfrm>
        <a:prstGeom prst="ellipse">
          <a:avLst/>
        </a:prstGeom>
        <a:solidFill>
          <a:schemeClr val="accent2">
            <a:hueOff val="-1619239"/>
            <a:satOff val="-23428"/>
            <a:lumOff val="-11495"/>
            <a:alphaOff val="0"/>
          </a:schemeClr>
        </a:solidFill>
        <a:ln w="63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LabelDescriptionList">
  <dgm:title val="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l" for="ch" forName="iconRect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7/3/layout/DropPinTimeline">
  <dgm:title val="Drop Pin Timeline"/>
  <dgm:desc val="Use to show a list of events in chronological order. An invisible box next to the pin contains the date and the description is immediately below. It can display a medium amount of text and medium length date format."/>
  <dgm:catLst>
    <dgm:cat type="timeline" pri="500"/>
    <dgm:cat type="process" pri="600"/>
  </dgm:catLst>
  <dgm:sampData>
    <dgm:dataModel>
      <dgm:ptLst>
        <dgm:pt modelId="0" type="doc"/>
        <dgm:pt modelId="10">
          <dgm:prSet phldr="1"/>
        </dgm:pt>
        <dgm:pt modelId="11">
          <dgm:prSet phldr="1"/>
        </dgm:pt>
        <dgm:pt modelId="20">
          <dgm:prSet phldr="1"/>
        </dgm:pt>
        <dgm:pt modelId="21">
          <dgm:prSet phldr="1"/>
        </dgm:pt>
        <dgm:pt modelId="30">
          <dgm:prSet phldr="1"/>
        </dgm:pt>
        <dgm:pt modelId="31">
          <dgm:prSet phldr="1"/>
        </dgm:pt>
      </dgm:ptLst>
      <dgm:cxnLst>
        <dgm:cxn modelId="40" srcId="0" destId="10" srcOrd="0" destOrd="0"/>
        <dgm:cxn modelId="12" srcId="10" destId="11" srcOrd="0" destOrd="0"/>
        <dgm:cxn modelId="50" srcId="0" destId="20" srcOrd="1" destOrd="0"/>
        <dgm:cxn modelId="22" srcId="20" destId="21" srcOrd="0" destOrd="0"/>
        <dgm:cxn modelId="60" srcId="0" destId="30" srcOrd="1" destOrd="0"/>
        <dgm:cxn modelId="32" srcId="30" destId="31" srcOrd="0" destOrd="0"/>
      </dgm:cxnLst>
      <dgm:bg/>
      <dgm:whole/>
    </dgm:dataModel>
  </dgm:sampData>
  <dgm:styleData>
    <dgm:dataModel>
      <dgm:ptLst>
        <dgm:pt modelId="0" type="doc"/>
        <dgm:pt modelId="10">
          <dgm:prSet phldr="1"/>
        </dgm:pt>
        <dgm:pt modelId="20">
          <dgm:prSet phldr="1"/>
        </dgm:pt>
      </dgm:ptLst>
      <dgm:cxnLst>
        <dgm:cxn modelId="60" srcId="0" destId="10" srcOrd="0" destOrd="0"/>
        <dgm:cxn modelId="70" srcId="0" destId="20" srcOrd="1" destOrd="0"/>
      </dgm:cxnLst>
      <dgm:bg/>
      <dgm:whole/>
    </dgm:dataModel>
  </dgm:styleData>
  <dgm:clrData>
    <dgm:dataModel>
      <dgm:ptLst>
        <dgm:pt modelId="0" type="doc"/>
        <dgm:pt modelId="10">
          <dgm:prSet phldr="1"/>
        </dgm:pt>
        <dgm:pt modelId="20">
          <dgm:prSet phldr="1"/>
        </dgm:pt>
        <dgm:pt modelId="30">
          <dgm:prSet phldr="1"/>
        </dgm:pt>
        <dgm:pt modelId="40">
          <dgm:prSet phldr="1"/>
        </dgm:pt>
      </dgm:ptLst>
      <dgm:cxnLst>
        <dgm:cxn modelId="60" srcId="0" destId="10" srcOrd="0" destOrd="0"/>
        <dgm:cxn modelId="70" srcId="0" destId="20" srcOrd="1" destOrd="0"/>
        <dgm:cxn modelId="80" srcId="0" destId="30" srcOrd="2" destOrd="0"/>
        <dgm:cxn modelId="90" srcId="0" destId="40" srcOrd="3" destOrd="0"/>
      </dgm:cxnLst>
      <dgm:bg/>
      <dgm:whole/>
    </dgm:dataModel>
  </dgm:clrData>
  <dgm:layoutNode name="root">
    <dgm:varLst>
      <dgm:chMax/>
      <dgm:chPref/>
      <dgm:animLvl val="lvl"/>
    </dgm:varLst>
    <dgm:alg type="composite"/>
    <dgm:shape xmlns:r="http://schemas.openxmlformats.org/officeDocument/2006/relationships" r:blip="">
      <dgm:adjLst/>
    </dgm:shape>
    <dgm:constrLst>
      <dgm:constr type="w" for="ch" forName="divider" refType="w"/>
      <dgm:constr type="h" for="ch" forName="divider"/>
      <dgm:constr type="ctrY" for="ch" forName="divider" refType="h" fact="0.5"/>
      <dgm:constr type="l" for="ch" forName="divider"/>
      <dgm:constr type="w" for="ch" forName="nodes" refType="w"/>
      <dgm:constr type="h" for="ch" forName="nodes" refType="h" fact="0.8"/>
      <dgm:constr type="ctrY" for="ch" forName="nodes" refType="h" fact="0.5"/>
    </dgm:constrLst>
    <dgm:layoutNode name="divider" styleLbl="fgAcc1">
      <dgm:alg type="sp"/>
      <dgm:choose name="ArrowShape">
        <dgm:if name="ArrowShapeLTR" func="var" arg="dir" op="equ" val="norm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 w="19050">
                    <a:solidFill>
                      <a:srgbClr val="000000"/>
                    </a:solidFill>
                    <a:tailEnd type="triangle" w="lg" len="lg"/>
                  </a:ln>
                </dgm1612:spPr>
              </a:ext>
            </dgm:extLst>
          </dgm:shape>
        </dgm:if>
        <dgm:else name="ArrowShapeRTL">
          <dgm:shape xmlns:r="http://schemas.openxmlformats.org/officeDocument/2006/relationships" type="line" r:blip="" zOrderOff="-1">
            <dgm:adjLst/>
            <dgm:extLst>
              <a:ext uri="{B698B0E9-8C71-41B9-8309-B3DCBF30829C}">
                <dgm1612:spPr xmlns:dgm1612="http://schemas.microsoft.com/office/drawing/2016/12/diagram">
                  <a:ln>
                    <a:solidFill>
                      <a:srgbClr val="000000"/>
                    </a:solidFill>
                    <a:headEnd type="triangle" w="lg" len="lg"/>
                  </a:ln>
                </dgm1612:spPr>
              </a:ext>
            </dgm:extLst>
          </dgm:shape>
        </dgm:else>
      </dgm:choose>
      <dgm:presOf/>
      <dgm:constrLst/>
      <dgm:ruleLst/>
    </dgm:layoutNode>
    <dgm:layoutNode name="nodes">
      <dgm:varLst>
        <dgm:chMax/>
        <dgm:chPref/>
        <dgm:animLvl val="lvl"/>
      </dgm:varLst>
      <dgm:choose name="Name1">
        <dgm:if name="Name2" func="var" arg="dir" op="equ" val="norm">
          <dgm:alg type="lin"/>
        </dgm:if>
        <dgm:else name="Name3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constrLst>
        <dgm:constr type="primFontSz" for="des" forName="L1TextContainer" val="20"/>
        <dgm:constr type="primFontSz" for="des" forName="L2TextContainer" refType="primFontSz" refFor="des" refForName="L1TextContainer" op="equ" fact="0.75"/>
        <dgm:constr type="w" for="ch" forName="composite" refType="w"/>
        <dgm:constr type="h" for="ch" forName="composite" refType="h"/>
        <dgm:constr type="w" for="ch" forName="spaceBetweenRectangles" refType="w" refFor="ch" refForName="composite" fact="-0.5"/>
        <dgm:constr type="w" for="ch" ptType="sibTrans" op="equ"/>
        <dgm:constr type="primFontSz" for="des" forName="L1TextContainer" op="equ"/>
        <dgm:constr type="primFontSz" for="des" forName="L2TextContainer" op="equ"/>
        <dgm:constr type="primFontSz" for="des" forName="L1TextContainer1" val="20"/>
        <dgm:constr type="primFontSz" for="des" forName="L2TextContainer1" refType="primFontSz" refFor="des" refForName="L1TextContainer1" op="equ" fact="0.75"/>
        <dgm:constr type="w" for="ch" forName="composite1" refType="w"/>
        <dgm:constr type="h" for="ch" forName="composite1" refType="h"/>
        <dgm:constr type="w" for="ch" forName="spaceBetweenRectangles1" refType="w" refFor="ch" refForName="composite1" fact="0.28"/>
        <dgm:constr type="primFontSz" for="des" forName="L1TextContainer1" op="equ"/>
        <dgm:constr type="primFontSz" for="des" forName="L2TextContainer1" op="equ"/>
      </dgm:constrLst>
      <dgm:choose name="LayoutBasedOnCountOfNodes">
        <dgm:if name="LessThanOrEqualToTwoNodes" axis="ch" ptType="node" func="cnt" op="lte" val="2">
          <dgm:forEach name="nodesForEach1" axis="ch" ptType="node">
            <dgm:layoutNode name="composite1">
              <dgm:alg type="composite"/>
              <dgm:shape xmlns:r="http://schemas.openxmlformats.org/officeDocument/2006/relationships" r:blip="">
                <dgm:adjLst/>
              </dgm:shape>
              <dgm:choose name="CaseForLayoutDirection1">
                <dgm:if name="CaseForLayoutDirectionLTR1" func="var" arg="dir" op="equ" val="norm">
                  <dgm:choose name="CaseForPlacingNodesAboveAndBelowDividerLTR1">
                    <dgm:if name="CaseForPlacingNodeAboveDividerLTR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LTR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if>
                <dgm:else name="CaseForLayoutDirectionRTL1">
                  <dgm:choose name="CaseForPlacingNodesAboveAndBelowDividerRTL1">
                    <dgm:if name="CaseForPlacingNodeAboveDividerRTL1" axis="self" ptType="node" func="posOdd" op="equ" val="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t" for="ch" forName="DropPinPlaceHolder1" refType="h" fact="0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t" for="ch" forName="L2TextContainer1" refType="b" refFor="ch" refForName="DropPinPlaceHolder1"/>
                        <dgm:constr type="b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b" for="ch" forName="ConnectLine1" refType="h" fact="0.5"/>
                        <dgm:constr type="t" for="ch" forName="ConnectLine1" refType="b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.5"/>
                      </dgm:constrLst>
                    </dgm:if>
                    <dgm:else name="CaseForPlacingNodeBelowDividerRTL1">
                      <dgm:constrLst>
                        <dgm:constr type="w" for="ch" forName="ConnectorPoint1" refType="h" refFor="ch" refForName="DropPinPlaceHolder1" fact="0.18"/>
                        <dgm:constr type="h" for="ch" forName="ConnectorPoint1" refType="h" refFor="ch" refForName="DropPinPlaceHolder1" fact="0.18"/>
                        <dgm:constr type="ctrX" for="ch" forName="ConnectorPoint1" refType="ctrX" refFor="ch" refForName="ConnectLine1"/>
                        <dgm:constr type="ctrY" for="ch" forName="ConnectorPoint1" refType="h" fact="0.5"/>
                        <dgm:constr type="w" for="ch" forName="DropPinPlaceHolder1" refType="h" fact="0.13"/>
                        <dgm:constr type="h" for="ch" forName="DropPinPlaceHolder1" refType="h" fact="0.13"/>
                        <dgm:constr type="b" for="ch" forName="DropPinPlaceHolder1" refType="h"/>
                        <dgm:constr type="l" for="ch" forName="DropPinPlaceHolder1" refType="w" fact="0"/>
                        <dgm:constr type="w" for="ch" forName="L2TextContainer1" refType="w" fact="0.83"/>
                        <dgm:constr type="l" for="ch" forName="L2TextContainer1" refType="r" refFor="ch" refForName="DropPinPlaceHolder1"/>
                        <dgm:constr type="b" for="ch" forName="L2TextContainer1" refType="t" refFor="ch" refForName="DropPinPlaceHolder1"/>
                        <dgm:constr type="t" for="ch" forName="L2TextContainer1" refType="h" fact="0.5"/>
                        <dgm:constr type="w" for="ch" forName="L1TextContainer1" refType="w" fact="0.83"/>
                        <dgm:constr type="l" for="ch" forName="L1TextContainer1" refType="r" refFor="ch" refForName="DropPinPlaceHolder1"/>
                        <dgm:constr type="b" for="ch" forName="L1TextContainer1" refType="b" refFor="ch" refForName="DropPinPlaceHolder1"/>
                        <dgm:constr type="t" for="ch" forName="L1TextContainer1" refType="t" refFor="ch" refForName="DropPinPlaceHolder1"/>
                        <dgm:constr type="w" for="ch" forName="ConnectLine1"/>
                        <dgm:constr type="ctrX" for="ch" forName="ConnectLine1" refType="ctrX" refFor="ch" refForName="DropPinPlaceHolder1"/>
                        <dgm:constr type="t" for="ch" forName="ConnectLine1" refType="h" fact="0.5"/>
                        <dgm:constr type="b" for="ch" forName="ConnectLine1" refType="t" refFor="ch" refForName="DropPinPlaceHolder1"/>
                        <dgm:constr type="w" for="ch" forName="EmptyPlaceHolder1" refType="w"/>
                        <dgm:constr type="h" for="ch" forName="EmptyPlaceHolder1" refType="h" fact="0.5"/>
                        <dgm:constr type="t" for="ch" forName="EmptyPlaceHolder1" refType="h" fact="0"/>
                      </dgm:constrLst>
                    </dgm:else>
                  </dgm:choose>
                </dgm:else>
              </dgm:choose>
              <dgm:layoutNode name="ConnectorPoint1" styleLbl="lnNode1" moveWith="ConnectLine1">
                <dgm:alg type="sp"/>
                <dgm:shape xmlns:r="http://schemas.openxmlformats.org/officeDocument/2006/relationships" type="ellipse" r:blip="" zOrderOff="10">
                  <dgm:adjLst/>
                </dgm:shape>
                <dgm:presOf/>
                <dgm:constrLst>
                  <dgm:constr type="w" refType="h" op="equ"/>
                </dgm:constrLst>
              </dgm:layoutNode>
              <dgm:layoutNode name="DropPinPlaceHolder1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1" refType="w"/>
                  <dgm:constr type="h" for="ch" forName="DropPin1" refType="h"/>
                  <dgm:constr type="ctrX" for="ch" forName="DropPin1" refType="w" fact="0.5"/>
                  <dgm:constr type="ctrY" for="ch" forName="DropPin1" refType="h" fact="0.5"/>
                  <dgm:constr type="w" for="ch" forName="Ellipse1" refType="w" refFor="ch" refForName="DropPin1" fact="0.55"/>
                  <dgm:constr type="h" for="ch" forName="Ellipse1" refType="w" refFor="ch" refForName="DropPin1" fact="0.55"/>
                  <dgm:constr type="ctrX" for="ch" forName="Ellipse1" refType="ctrX" refFor="ch" refForName="DropPin1"/>
                  <dgm:constr type="ctrY" for="ch" forName="Ellipse1" refType="ctrY" refFor="ch" refForName="DropPin1"/>
                </dgm:constrLst>
                <dgm:layoutNode name="DropPin1" styleLbl="alignNode1">
                  <dgm:alg type="sp"/>
                  <dgm:choose name="CaseForPlacingTearDropAboveAndBelowDivider1">
                    <dgm:if name="CaseForPlacingTearDropAboveDivider1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1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1" styleLbl="fgAcc1" moveWith="DropPin1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1" styleLbl="revTx" moveWith="L1TextContainer">
                <dgm:varLst>
                  <dgm:bulletEnabled val="1"/>
                </dgm:varLst>
                <dgm:choose name="casesForTxtDirLogic1">
                  <dgm:if name="Name771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5"/>
                      <dgm:constr type="bMarg" refType="primFontSz" fact="0.75"/>
                    </dgm:constrLst>
                  </dgm:if>
                  <dgm:else name="Name881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1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1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1" axis="followSib" ptType="sibTrans" cnt="1">
              <dgm:layoutNode name="spaceBetweenRectangles1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if>
        <dgm:else name="MoreThanTwoNodes">
          <dgm:forEach name="nodesForEach" axis="ch" ptType="node">
            <dgm:layoutNode name="composite">
              <dgm:alg type="composite"/>
              <dgm:shape xmlns:r="http://schemas.openxmlformats.org/officeDocument/2006/relationships" r:blip="">
                <dgm:adjLst/>
              </dgm:shape>
              <dgm:choose name="CaseForLayoutDirection">
                <dgm:if name="CaseForLayoutDirectionLTR" func="var" arg="dir" op="equ" val="norm">
                  <dgm:choose name="CaseForPlacingNodesAboveAndBelowDividerLTR">
                    <dgm:if name="CaseForPlacingNodeAboveDividerLTR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LTR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ConnectLine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if>
                <dgm:else name="CaseForLayoutDirectionRTL">
                  <dgm:choose name="CaseForPlacingNodesAboveAndBelowDividerRTL">
                    <dgm:if name="CaseForPlacingNodeAboveDividerRTL" axis="self" ptType="node" func="posOdd" op="equ" val="1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t" for="ch" forName="DropPinPlaceHolder" refType="h" fact="0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t" for="ch" forName="L2TextContainer" refType="b" refFor="ch" refForName="DropPinPlaceHolder"/>
                        <dgm:constr type="b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b" for="ch" forName="ConnectLine" refType="h" fact="0.5"/>
                        <dgm:constr type="t" for="ch" forName="ConnectLine" refType="b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.5"/>
                      </dgm:constrLst>
                    </dgm:if>
                    <dgm:else name="CaseForPlacingNodeBelowDividerRTL">
                      <dgm:constrLst>
                        <dgm:constr type="w" for="ch" forName="ConnectorPoint" refType="h" refFor="ch" refForName="DropPinPlaceHolder" fact="0.18"/>
                        <dgm:constr type="h" for="ch" forName="ConnectorPoint" refType="h" refFor="ch" refForName="DropPinPlaceHolder" fact="0.18"/>
                        <dgm:constr type="ctrX" for="ch" forName="ConnectorPoint" refType="ctrX" refFor="ch" refForName="DropPinPlaceHolder"/>
                        <dgm:constr type="ctrY" for="ch" forName="ConnectorPoint" refType="h" fact="0.5"/>
                        <dgm:constr type="w" for="ch" forName="DropPinPlaceHolder" refType="h" fact="0.13"/>
                        <dgm:constr type="h" for="ch" forName="DropPinPlaceHolder" refType="h" fact="0.13"/>
                        <dgm:constr type="b" for="ch" forName="DropPinPlaceHolder" refType="h"/>
                        <dgm:constr type="l" for="ch" forName="DropPinPlaceHolder" refType="w" fact="0"/>
                        <dgm:constr type="w" for="ch" forName="L2TextContainer" refType="w" fact="0.83"/>
                        <dgm:constr type="l" for="ch" forName="L2TextContainer" refType="r" refFor="ch" refForName="DropPinPlaceHolder"/>
                        <dgm:constr type="b" for="ch" forName="L2TextContainer" refType="t" refFor="ch" refForName="DropPinPlaceHolder"/>
                        <dgm:constr type="t" for="ch" forName="L2TextContainer" refType="h" fact="0.5"/>
                        <dgm:constr type="w" for="ch" forName="L1TextContainer" refType="w" fact="0.83"/>
                        <dgm:constr type="l" for="ch" forName="L1TextContainer" refType="r" refFor="ch" refForName="DropPinPlaceHolder"/>
                        <dgm:constr type="b" for="ch" forName="L1TextContainer" refType="b" refFor="ch" refForName="DropPinPlaceHolder"/>
                        <dgm:constr type="t" for="ch" forName="L1TextContainer" refType="t" refFor="ch" refForName="DropPinPlaceHolder"/>
                        <dgm:constr type="w" for="ch" forName="ConnectLine"/>
                        <dgm:constr type="ctrX" for="ch" forName="ConnectLine" refType="ctrX" refFor="ch" refForName="DropPinPlaceHolder"/>
                        <dgm:constr type="t" for="ch" forName="ConnectLine" refType="h" fact="0.5"/>
                        <dgm:constr type="b" for="ch" forName="ConnectLine" refType="t" refFor="ch" refForName="DropPinPlaceHolder"/>
                        <dgm:constr type="w" for="ch" forName="EmptyPlaceHolder" refType="w"/>
                        <dgm:constr type="h" for="ch" forName="EmptyPlaceHolder" refType="h" fact="0.5"/>
                        <dgm:constr type="t" for="ch" forName="EmptyPlaceHolder" refType="h" fact="0"/>
                      </dgm:constrLst>
                    </dgm:else>
                  </dgm:choose>
                </dgm:else>
              </dgm:choose>
              <dgm:layoutNode name="ConnectorPoint" styleLbl="lnNode1" moveWith="ConnectLine">
                <dgm:alg type="sp"/>
                <dgm:shape xmlns:r="http://schemas.openxmlformats.org/officeDocument/2006/relationships" type="ellipse" r:blip="" zOrderOff="10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6350"/>
                      </dgm1612:spPr>
                    </a:ext>
                  </dgm:extLst>
                </dgm:shape>
                <dgm:presOf/>
                <dgm:constrLst>
                  <dgm:constr type="w" refType="h" op="equ"/>
                </dgm:constrLst>
              </dgm:layoutNode>
              <dgm:layoutNode name="DropPinPlaceHolder">
                <dgm:alg type="composite"/>
                <dgm:shape xmlns:r="http://schemas.openxmlformats.org/officeDocument/2006/relationships" r:blip="">
                  <dgm:adjLst/>
                </dgm:shape>
                <dgm:constrLst>
                  <dgm:constr type="w" for="ch" forName="DropPin" refType="w"/>
                  <dgm:constr type="h" for="ch" forName="DropPin" refType="h"/>
                  <dgm:constr type="ctrX" for="ch" forName="DropPin" refType="w" fact="0.5"/>
                  <dgm:constr type="ctrY" for="ch" forName="DropPin" refType="h" fact="0.5"/>
                  <dgm:constr type="w" for="ch" forName="Ellipse" refType="w" refFor="ch" refForName="DropPin" fact="0.55"/>
                  <dgm:constr type="h" for="ch" forName="Ellipse" refType="w" refFor="ch" refForName="DropPin" fact="0.55"/>
                  <dgm:constr type="ctrX" for="ch" forName="Ellipse" refType="ctrX" refFor="ch" refForName="DropPin"/>
                  <dgm:constr type="ctrY" for="ch" forName="Ellipse" refType="ctrY" refFor="ch" refForName="DropPin"/>
                </dgm:constrLst>
                <dgm:layoutNode name="DropPin" styleLbl="alignNode1">
                  <dgm:alg type="sp"/>
                  <dgm:choose name="CaseForPlacingTearDropAboveAndBelowDivider">
                    <dgm:if name="CaseForPlacingTearDropAboveDivider" axis="self" ptType="node" func="posOdd" op="equ" val="1">
                      <dgm:shape xmlns:r="http://schemas.openxmlformats.org/officeDocument/2006/relationships" rot="135" type="teardrop" r:blip="">
                        <dgm:adjLst>
                          <dgm:adj idx="1" val="1.15"/>
                        </dgm:adjLst>
                      </dgm:shape>
                    </dgm:if>
                    <dgm:else name="CaseForPlacingTearDropBelowDivider">
                      <dgm:shape xmlns:r="http://schemas.openxmlformats.org/officeDocument/2006/relationships" rot="-45" type="teardrop" r:blip="">
                        <dgm:adjLst>
                          <dgm:adj idx="1" val="1.15"/>
                        </dgm:adjLst>
                      </dgm:shape>
                    </dgm:else>
                  </dgm:choose>
                  <dgm:presOf/>
                  <dgm:constrLst/>
                </dgm:layoutNode>
                <dgm:layoutNode name="Ellipse" styleLbl="fgAcc1" moveWith="DropPin">
                  <dgm:alg type="sp"/>
                  <dgm:shape xmlns:r="http://schemas.openxmlformats.org/officeDocument/2006/relationships" type="ellipse" r:blip="">
                    <dgm:adjLst/>
                    <dgm:extLst>
                      <a:ext uri="{B698B0E9-8C71-41B9-8309-B3DCBF30829C}">
                        <dgm1612:spPr xmlns:dgm1612="http://schemas.microsoft.com/office/drawing/2016/12/diagram">
                          <a:ln>
                            <a:noFill/>
                          </a:ln>
                        </dgm1612:spPr>
                      </a:ext>
                    </dgm:extLst>
                  </dgm:shape>
                  <dgm:presOf/>
                  <dgm:constrLst/>
                </dgm:layoutNode>
              </dgm:layoutNode>
              <dgm:layoutNode name="L2TextContainer" styleLbl="revTx" moveWith="L1TextContainer">
                <dgm:varLst>
                  <dgm:bulletEnabled val="1"/>
                </dgm:varLst>
                <dgm:choose name="casesForTxtDirLogic">
                  <dgm:if name="Name77" axis="self" ptType="node" func="posOdd" op="equ" val="1">
                    <dgm:alg type="tx">
                      <dgm:param type="txAnchorVert" val="t"/>
                      <dgm:param type="parTxLTRAlign" val="l"/>
                      <dgm:param type="parTxRTLAlign" val="l"/>
                      <dgm:param type="txAnchorVertCh" val="t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 refType="primFontSz" fact="0.5"/>
                      <dgm:constr type="tMarg" refType="primFontSz" fact="0.5"/>
                      <dgm:constr type="bMarg" refType="primFontSz" fact="0.75"/>
                    </dgm:constrLst>
                  </dgm:if>
                  <dgm:else name="Name88">
                    <dgm:alg type="tx">
                      <dgm:param type="txAnchorVert" val="b"/>
                      <dgm:param type="parTxLTRAlign" val="l"/>
                      <dgm:param type="parTxRTLAlign" val="l"/>
                      <dgm:param type="txAnchorVertCh" val="b"/>
                      <dgm:param type="shpTxRTLAlignCh" val="l"/>
                      <dgm:param type="shpTxLTRAlignCh" val="l"/>
                    </dgm:alg>
                    <dgm:constrLst>
                      <dgm:constr type="lMarg"/>
                      <dgm:constr type="rMarg"/>
                      <dgm:constr type="tMarg" refType="primFontSz" fact="0.75"/>
                      <dgm:constr type="bMarg" refType="primFontSz" fact="0.5"/>
                    </dgm:constrLst>
                  </dgm:else>
                </dgm:choose>
                <dgm:shape xmlns:r="http://schemas.openxmlformats.org/officeDocument/2006/relationships" type="rect" r:blip="">
                  <dgm:adjLst/>
                </dgm:shape>
                <dgm:presOf axis="des" ptType="node"/>
                <dgm:ruleLst>
                  <dgm:rule type="primFontSz" val="11" fact="NaN" max="NaN"/>
                </dgm:ruleLst>
              </dgm:layoutNode>
              <dgm:layoutNode name="L1TextContainer" styleLbl="revTx">
                <dgm:varLst>
                  <dgm:chMax val="1"/>
                  <dgm:chPref val="1"/>
                  <dgm:bulletEnabled val="1"/>
                </dgm:varLst>
                <dgm:alg type="tx">
                  <dgm:param type="txAnchorVert" val="mid"/>
                  <dgm:param type="parTxLTRAlign" val="l"/>
                  <dgm:param type="parTxRTLAlign" val="l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lMarg"/>
                  <dgm:constr type="rMarg" refType="primFontSz" fact="0.5"/>
                  <dgm:constr type="tMarg"/>
                  <dgm:constr type="bMarg"/>
                </dgm:constrLst>
                <dgm:ruleLst>
                  <dgm:rule type="primFontSz" val="13" fact="NaN" max="NaN"/>
                </dgm:ruleLst>
              </dgm:layoutNode>
              <dgm:layoutNode name="ConnectLine" styleLbl="sibTrans1D1">
                <dgm:alg type="sp"/>
                <dgm:shape xmlns:r="http://schemas.openxmlformats.org/officeDocument/2006/relationships" type="line" r:blip="">
                  <dgm:adjLst/>
                  <dgm:extLst>
                    <a:ext uri="{B698B0E9-8C71-41B9-8309-B3DCBF30829C}">
                      <dgm1612:spPr xmlns:dgm1612="http://schemas.microsoft.com/office/drawing/2016/12/diagram">
                        <a:ln w="12700">
                          <a:prstDash val="dash"/>
                        </a:ln>
                      </dgm1612:spPr>
                    </a:ext>
                  </dgm:extLst>
                </dgm:shape>
                <dgm:presOf/>
                <dgm:constrLst/>
              </dgm:layoutNode>
              <dgm:layoutNode name="EmptyPlaceHolder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</dgm:layoutNode>
            </dgm:layoutNode>
            <dgm:forEach name="Name28" axis="followSib" ptType="sibTrans" cnt="1">
              <dgm:layoutNode name="spaceBetweenRectangles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forEach>
          </dgm:forEach>
        </dgm:else>
      </dgm:choose>
    </dgm:layoutNode>
  </dgm:layoutNode>
  <dgm:extLst>
    <a:ext uri="{68A01E43-0DF5-4B5B-8FA6-DAF915123BFB}">
      <dgm1612:lstStyle xmlns:dgm1612="http://schemas.microsoft.com/office/drawing/2016/12/diagram">
        <a:lvl1pPr>
          <a:defRPr b="1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rgbClr val="00523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F580765E-9E46-F923-4537-881F829F0E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20000"/>
          </a:blip>
          <a:srcRect b="19027"/>
          <a:stretch/>
        </p:blipFill>
        <p:spPr>
          <a:xfrm>
            <a:off x="-89029" y="88900"/>
            <a:ext cx="6234858" cy="67691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F0AEAD9E-24CC-6878-AB18-EADB79A8DBE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11000"/>
          </a:blip>
          <a:srcRect l="35154" b="58161"/>
          <a:stretch/>
        </p:blipFill>
        <p:spPr>
          <a:xfrm>
            <a:off x="0" y="2743003"/>
            <a:ext cx="11725928" cy="411499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F8649688-59E7-1703-6239-C6E17422C4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14360" y="2582103"/>
            <a:ext cx="5068866" cy="1380539"/>
          </a:xfrm>
        </p:spPr>
        <p:txBody>
          <a:bodyPr anchor="b">
            <a:normAutofit/>
          </a:bodyPr>
          <a:lstStyle>
            <a:lvl1pPr algn="l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AEE2DF3-20B9-5FE4-78BC-2A84C112A90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14360" y="4054718"/>
            <a:ext cx="5068866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E67FE4-A40D-2EE9-BF1D-253FA665055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/>
          <a:srcRect l="654" t="77958" r="56462"/>
          <a:stretch/>
        </p:blipFill>
        <p:spPr>
          <a:xfrm>
            <a:off x="8858859" y="0"/>
            <a:ext cx="3333141" cy="1030848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01587E38-3EC4-A044-D625-EEAF1E6EC062}"/>
              </a:ext>
            </a:extLst>
          </p:cNvPr>
          <p:cNvPicPr>
            <a:picLocks noChangeAspect="1"/>
          </p:cNvPicPr>
          <p:nvPr userDrawn="1"/>
        </p:nvPicPr>
        <p:blipFill>
          <a:blip r:embed="rId5"/>
          <a:stretch>
            <a:fillRect/>
          </a:stretch>
        </p:blipFill>
        <p:spPr>
          <a:xfrm>
            <a:off x="5843950" y="974724"/>
            <a:ext cx="4952702" cy="1663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2685720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D8DBDB-5261-D586-111B-F461DB46AA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r="22222" b="18224"/>
          <a:stretch/>
        </p:blipFill>
        <p:spPr>
          <a:xfrm>
            <a:off x="11070437" y="5676900"/>
            <a:ext cx="1121563" cy="119452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671" t="64971" r="26779"/>
          <a:stretch/>
        </p:blipFill>
        <p:spPr>
          <a:xfrm>
            <a:off x="0" y="0"/>
            <a:ext cx="2044700" cy="989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6460641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29671" t="64971" r="26779"/>
          <a:stretch/>
        </p:blipFill>
        <p:spPr>
          <a:xfrm>
            <a:off x="0" y="0"/>
            <a:ext cx="2044700" cy="98961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8768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930900" y="1825625"/>
            <a:ext cx="54229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641704304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AF95F78E-F4A5-005F-D143-98D0ABF950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2097" t="73191" r="26779"/>
          <a:stretch/>
        </p:blipFill>
        <p:spPr>
          <a:xfrm>
            <a:off x="5956300" y="-2875"/>
            <a:ext cx="2400300" cy="757385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5A2F6515-D6D6-585C-70C8-97944CAA708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-10100" t="-3420" r="27678" b="5864"/>
          <a:stretch/>
        </p:blipFill>
        <p:spPr>
          <a:xfrm>
            <a:off x="11019637" y="5562599"/>
            <a:ext cx="1172363" cy="132556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2334430F-5A5E-5D4B-4BC7-884289535A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00" y="890886"/>
            <a:ext cx="46863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82327C-9D0F-B15E-C5AE-0B4402F1F54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0" y="0"/>
            <a:ext cx="6311900" cy="6858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656B8F-F397-B870-64C7-260815F624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832600" y="6356350"/>
            <a:ext cx="4114800" cy="365125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GEORGE MASON UNIVERSITY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9B4960-F59B-CF95-3858-F7F56D501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947400" y="6356350"/>
            <a:ext cx="406400" cy="365125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944FE883-4AC6-394B-8129-6E4BB686DB20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A07B2B8-372A-822A-3B45-E45E06B6D59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239000" y="2489201"/>
            <a:ext cx="4686300" cy="3505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41333427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tx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7B771-CD45-205F-806A-816788390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27800" y="2503174"/>
            <a:ext cx="4819650" cy="1267453"/>
          </a:xfrm>
        </p:spPr>
        <p:txBody>
          <a:bodyPr anchor="b">
            <a:normAutofit/>
          </a:bodyPr>
          <a:lstStyle>
            <a:lvl1pPr algn="r">
              <a:defRPr sz="40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7E9AFD-F871-6540-2115-DB916F64468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527800" y="3797615"/>
            <a:ext cx="4819650" cy="1500187"/>
          </a:xfrm>
        </p:spPr>
        <p:txBody>
          <a:bodyPr/>
          <a:lstStyle>
            <a:lvl1pPr marL="0" indent="0" algn="r">
              <a:buNone/>
              <a:defRPr sz="2400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21765A9-74CD-CC1E-48E3-3A53C427030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33259" t="9001" r="21570" b="78140"/>
          <a:stretch/>
        </p:blipFill>
        <p:spPr>
          <a:xfrm>
            <a:off x="8681059" y="6256631"/>
            <a:ext cx="3510941" cy="60137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3D1F781-F4CE-AC60-F115-80945A7AEA6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alphaModFix amt="20000"/>
          </a:blip>
          <a:srcRect l="6365" r="1479"/>
          <a:stretch/>
        </p:blipFill>
        <p:spPr>
          <a:xfrm>
            <a:off x="-1435100" y="419100"/>
            <a:ext cx="8085811" cy="698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456F55E-839E-3694-5C2F-4668203B2C98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7861300" y="276893"/>
            <a:ext cx="3773552" cy="12674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42517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D3DD871-3B5C-C6B1-86B7-BAD5C9E026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15E8F-94C3-DEA7-72D7-43D974A556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A33BC0-FF84-DF07-2D03-812433C8C8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0F68AE-1121-E34D-AB43-7EFA01D82E5E}" type="datetimeFigureOut">
              <a:rPr lang="en-US" smtClean="0"/>
              <a:t>6/10/2026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404D14-8F6B-6828-E58B-9590E68C808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D5504E-6E70-6ECE-79C3-BCDDE83ED4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4FE883-4AC6-394B-8129-6E4BB686DB2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94758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4" r:id="rId3"/>
    <p:sldLayoutId id="2147483655" r:id="rId4"/>
    <p:sldLayoutId id="2147483651" r:id="rId5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sv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kaggle.com/datasets/patrickb1912/ipl-complete-dataset-20082020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hyperlink" Target="https://mason.gmu.edu/~spuspo/project.html" TargetMode="Externa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350F8-7C61-85C7-AAB8-FE07BFC3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BA1FF-F9B4-3445-FD01-7AAD1A63F0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44290" y="3144531"/>
            <a:ext cx="10230508" cy="1380539"/>
          </a:xfrm>
        </p:spPr>
        <p:txBody>
          <a:bodyPr/>
          <a:lstStyle/>
          <a:p>
            <a:pPr algn="ctr"/>
            <a:r>
              <a:rPr lang="en-US" sz="2800">
                <a:ea typeface="+mj-lt"/>
                <a:cs typeface="+mj-lt"/>
              </a:rPr>
              <a:t>Cricket Analytics: Predicting IPL Match Results using Historical Data and Machine Learning</a:t>
            </a:r>
            <a:br>
              <a:rPr lang="en-US" sz="2800">
                <a:ea typeface="+mj-lt"/>
                <a:cs typeface="+mj-lt"/>
              </a:rPr>
            </a:br>
            <a:endParaRPr lang="en-US" sz="2800"/>
          </a:p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7E9C6D3-4441-DA32-8ADC-BD616AB564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19290" y="4245217"/>
            <a:ext cx="3871437" cy="1592263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 algn="ctr"/>
            <a:endParaRPr lang="en-US"/>
          </a:p>
          <a:p>
            <a:pPr algn="ctr"/>
            <a:r>
              <a:rPr lang="en-US"/>
              <a:t>Team4 Members:</a:t>
            </a:r>
          </a:p>
          <a:p>
            <a:pPr algn="ctr"/>
            <a:r>
              <a:rPr lang="en-US"/>
              <a:t>Sadiya </a:t>
            </a:r>
            <a:r>
              <a:rPr lang="en-US" err="1"/>
              <a:t>Sayara</a:t>
            </a:r>
            <a:r>
              <a:rPr lang="en-US"/>
              <a:t> Chowdhury </a:t>
            </a:r>
            <a:r>
              <a:rPr lang="en-US" err="1"/>
              <a:t>Puspo</a:t>
            </a:r>
            <a:endParaRPr lang="en-US"/>
          </a:p>
          <a:p>
            <a:pPr algn="ctr"/>
            <a:r>
              <a:rPr lang="en-US"/>
              <a:t>Sai Padma Sriya </a:t>
            </a:r>
            <a:r>
              <a:rPr lang="en-US" err="1"/>
              <a:t>Pothula</a:t>
            </a:r>
            <a:endParaRPr lang="en-US"/>
          </a:p>
          <a:p>
            <a:pPr algn="ctr"/>
            <a:r>
              <a:rPr lang="en-US"/>
              <a:t>Mohan Adhi</a:t>
            </a:r>
          </a:p>
        </p:txBody>
      </p:sp>
    </p:spTree>
    <p:extLst>
      <p:ext uri="{BB962C8B-B14F-4D97-AF65-F5344CB8AC3E}">
        <p14:creationId xmlns:p14="http://schemas.microsoft.com/office/powerpoint/2010/main" val="2890138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0CA27-BDB9-10A7-4A64-CEB7D44E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6865" y="818984"/>
            <a:ext cx="9016109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Sadiya Sayara Chowdhury Puspo</a:t>
            </a: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4A0DC-17DF-B7FA-AB12-C0A11625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1712" y="4776593"/>
            <a:ext cx="6051236" cy="1241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Ph.D. Student</a:t>
            </a:r>
            <a:endParaRPr lang="en-US">
              <a:ea typeface="+mn-ea"/>
              <a:cs typeface="+mn-cs"/>
            </a:endParaRPr>
          </a:p>
          <a:p>
            <a:pPr algn="ctr"/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Information Science &amp; Technology</a:t>
            </a:r>
            <a:endParaRPr lang="en-US" sz="2000" kern="1200">
              <a:solidFill>
                <a:srgbClr val="FFFFFF"/>
              </a:solidFill>
              <a:latin typeface="+mn-lt"/>
            </a:endParaRPr>
          </a:p>
          <a:p>
            <a:pPr algn="ctr"/>
            <a:r>
              <a:rPr lang="en-US" sz="2000" b="1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Research Field:</a:t>
            </a:r>
            <a:r>
              <a:rPr lang="en-US" sz="2000" kern="120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 Natural Language Processing</a:t>
            </a:r>
            <a:endParaRPr lang="en-US" sz="2000" kern="1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69501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220E3F5-19FF-FDAA-5869-37976AC868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256032"/>
            <a:ext cx="10506456" cy="1014984"/>
          </a:xfrm>
        </p:spPr>
        <p:txBody>
          <a:bodyPr anchor="b">
            <a:normAutofit/>
          </a:bodyPr>
          <a:lstStyle/>
          <a:p>
            <a:r>
              <a:rPr lang="en-US">
                <a:solidFill>
                  <a:schemeClr val="accent1"/>
                </a:solidFill>
              </a:rPr>
              <a:t>Outline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5953" y="1634502"/>
            <a:ext cx="10451592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841248" y="1538176"/>
            <a:ext cx="1873457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4AED896-A0AE-7755-F214-A3286C478B2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64391159"/>
              </p:ext>
            </p:extLst>
          </p:nvPr>
        </p:nvGraphicFramePr>
        <p:xfrm>
          <a:off x="803564" y="1995539"/>
          <a:ext cx="105156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2" name="Slide Number Placeholder 71">
            <a:extLst>
              <a:ext uri="{FF2B5EF4-FFF2-40B4-BE49-F238E27FC236}">
                <a16:creationId xmlns:a16="http://schemas.microsoft.com/office/drawing/2014/main" id="{3A5CA50F-9AC7-A3E2-230C-C6B7F3B6D3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63153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220C-F5B2-9019-7546-F9BDDC2E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286" y="2348714"/>
            <a:ext cx="4819650" cy="1267453"/>
          </a:xfrm>
        </p:spPr>
        <p:txBody>
          <a:bodyPr/>
          <a:lstStyle/>
          <a:p>
            <a:r>
              <a:rPr lang="en-US"/>
              <a:t>Why?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4CF67-4351-1C95-B8B9-E02E2E50E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8611" y="3859399"/>
            <a:ext cx="4819650" cy="1654646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solidFill>
                  <a:schemeClr val="bg1"/>
                </a:solidFill>
                <a:ea typeface="+mn-lt"/>
                <a:cs typeface="+mn-lt"/>
              </a:rPr>
              <a:t>Motivation</a:t>
            </a:r>
            <a:endParaRPr lang="en-US"/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solidFill>
                  <a:schemeClr val="bg1"/>
                </a:solidFill>
                <a:ea typeface="+mn-lt"/>
                <a:cs typeface="+mn-lt"/>
              </a:rPr>
              <a:t>Problem Statement</a:t>
            </a:r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solidFill>
                  <a:schemeClr val="bg1"/>
                </a:solidFill>
                <a:ea typeface="+mn-lt"/>
                <a:cs typeface="+mn-lt"/>
              </a:rPr>
              <a:t>Research Questions &amp; Hypothesis</a:t>
            </a:r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 b="1">
                <a:solidFill>
                  <a:schemeClr val="bg1"/>
                </a:solidFill>
                <a:ea typeface="+mn-lt"/>
                <a:cs typeface="+mn-lt"/>
              </a:rPr>
              <a:t>Related Work</a:t>
            </a:r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endParaRPr lang="en-US" sz="2400">
              <a:solidFill>
                <a:schemeClr val="bg1"/>
              </a:solidFill>
              <a:latin typeface="Franklin Gothic Medium"/>
              <a:ea typeface="Calibri"/>
              <a:cs typeface="Calibri"/>
            </a:endParaRPr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endParaRPr lang="en-US" sz="2400">
              <a:solidFill>
                <a:schemeClr val="bg1"/>
              </a:solidFill>
              <a:latin typeface="Franklin Gothic Medium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3265078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44">
            <a:extLst>
              <a:ext uri="{FF2B5EF4-FFF2-40B4-BE49-F238E27FC236}">
                <a16:creationId xmlns:a16="http://schemas.microsoft.com/office/drawing/2014/main" id="{A440A548-C0D4-4418-940E-EDC2F1D9A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E708B267-8CD2-4684-A57B-9F10707692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7ADE210-04F2-C333-E82F-063748B5B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17740" y="802955"/>
            <a:ext cx="4766330" cy="1454051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Motivation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41E5AB36-9328-47E9-95AD-E38AC1C0E1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5" y="-369"/>
            <a:ext cx="6091008" cy="6858000"/>
            <a:chOff x="305" y="-369"/>
            <a:chExt cx="6091008" cy="6858000"/>
          </a:xfrm>
        </p:grpSpPr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4532450F-A219-4BF5-88FA-A47084237C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7007" cy="6858000"/>
            </a:xfrm>
            <a:custGeom>
              <a:avLst/>
              <a:gdLst>
                <a:gd name="connsiteX0" fmla="*/ 1423825 w 6057007"/>
                <a:gd name="connsiteY0" fmla="*/ 0 h 6858000"/>
                <a:gd name="connsiteX1" fmla="*/ 4262456 w 6057007"/>
                <a:gd name="connsiteY1" fmla="*/ 0 h 6858000"/>
                <a:gd name="connsiteX2" fmla="*/ 4371584 w 6057007"/>
                <a:gd name="connsiteY2" fmla="*/ 79625 h 6858000"/>
                <a:gd name="connsiteX3" fmla="*/ 5400299 w 6057007"/>
                <a:gd name="connsiteY3" fmla="*/ 1779691 h 6858000"/>
                <a:gd name="connsiteX4" fmla="*/ 5961759 w 6057007"/>
                <a:gd name="connsiteY4" fmla="*/ 4554903 h 6858000"/>
                <a:gd name="connsiteX5" fmla="*/ 4326541 w 6057007"/>
                <a:gd name="connsiteY5" fmla="*/ 6729688 h 6858000"/>
                <a:gd name="connsiteX6" fmla="*/ 4109121 w 6057007"/>
                <a:gd name="connsiteY6" fmla="*/ 6858000 h 6858000"/>
                <a:gd name="connsiteX7" fmla="*/ 1145358 w 6057007"/>
                <a:gd name="connsiteY7" fmla="*/ 6858000 h 6858000"/>
                <a:gd name="connsiteX8" fmla="*/ 1143587 w 6057007"/>
                <a:gd name="connsiteY8" fmla="*/ 6856705 h 6858000"/>
                <a:gd name="connsiteX9" fmla="*/ 162579 w 6057007"/>
                <a:gd name="connsiteY9" fmla="*/ 6240990 h 6858000"/>
                <a:gd name="connsiteX10" fmla="*/ 0 w 6057007"/>
                <a:gd name="connsiteY10" fmla="*/ 6125553 h 6858000"/>
                <a:gd name="connsiteX11" fmla="*/ 0 w 6057007"/>
                <a:gd name="connsiteY11" fmla="*/ 4670879 h 6858000"/>
                <a:gd name="connsiteX12" fmla="*/ 38388 w 6057007"/>
                <a:gd name="connsiteY12" fmla="*/ 4778792 h 6858000"/>
                <a:gd name="connsiteX13" fmla="*/ 155449 w 6057007"/>
                <a:gd name="connsiteY13" fmla="*/ 5029879 h 6858000"/>
                <a:gd name="connsiteX14" fmla="*/ 411802 w 6057007"/>
                <a:gd name="connsiteY14" fmla="*/ 5399531 h 6858000"/>
                <a:gd name="connsiteX15" fmla="*/ 806388 w 6057007"/>
                <a:gd name="connsiteY15" fmla="*/ 5659633 h 6858000"/>
                <a:gd name="connsiteX16" fmla="*/ 1801512 w 6057007"/>
                <a:gd name="connsiteY16" fmla="*/ 6314010 h 6858000"/>
                <a:gd name="connsiteX17" fmla="*/ 2653483 w 6057007"/>
                <a:gd name="connsiteY17" fmla="*/ 6529898 h 6858000"/>
                <a:gd name="connsiteX18" fmla="*/ 3666486 w 6057007"/>
                <a:gd name="connsiteY18" fmla="*/ 6190615 h 6858000"/>
                <a:gd name="connsiteX19" fmla="*/ 4658657 w 6057007"/>
                <a:gd name="connsiteY19" fmla="*/ 5428179 h 6858000"/>
                <a:gd name="connsiteX20" fmla="*/ 5222967 w 6057007"/>
                <a:gd name="connsiteY20" fmla="*/ 4356944 h 6858000"/>
                <a:gd name="connsiteX21" fmla="*/ 4724795 w 6057007"/>
                <a:gd name="connsiteY21" fmla="*/ 2210416 h 6858000"/>
                <a:gd name="connsiteX22" fmla="*/ 4473185 w 6057007"/>
                <a:gd name="connsiteY22" fmla="*/ 1691554 h 6858000"/>
                <a:gd name="connsiteX23" fmla="*/ 4046677 w 6057007"/>
                <a:gd name="connsiteY23" fmla="*/ 911781 h 6858000"/>
                <a:gd name="connsiteX24" fmla="*/ 3555564 w 6057007"/>
                <a:gd name="connsiteY24" fmla="*/ 585888 h 6858000"/>
                <a:gd name="connsiteX25" fmla="*/ 2405914 w 6057007"/>
                <a:gd name="connsiteY25" fmla="*/ 536282 h 6858000"/>
                <a:gd name="connsiteX26" fmla="*/ 1345719 w 6057007"/>
                <a:gd name="connsiteY26" fmla="*/ 957619 h 6858000"/>
                <a:gd name="connsiteX27" fmla="*/ 73341 w 6057007"/>
                <a:gd name="connsiteY27" fmla="*/ 2571698 h 6858000"/>
                <a:gd name="connsiteX28" fmla="*/ 0 w 6057007"/>
                <a:gd name="connsiteY28" fmla="*/ 2803810 h 6858000"/>
                <a:gd name="connsiteX29" fmla="*/ 0 w 6057007"/>
                <a:gd name="connsiteY29" fmla="*/ 1147591 h 6858000"/>
                <a:gd name="connsiteX30" fmla="*/ 142706 w 6057007"/>
                <a:gd name="connsiteY30" fmla="*/ 968763 h 6858000"/>
                <a:gd name="connsiteX31" fmla="*/ 971831 w 6057007"/>
                <a:gd name="connsiteY31" fmla="*/ 249890 h 6858000"/>
                <a:gd name="connsiteX32" fmla="*/ 1288677 w 6057007"/>
                <a:gd name="connsiteY32" fmla="*/ 65834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6057007" h="6858000">
                  <a:moveTo>
                    <a:pt x="1423825" y="0"/>
                  </a:moveTo>
                  <a:lnTo>
                    <a:pt x="4262456" y="0"/>
                  </a:lnTo>
                  <a:lnTo>
                    <a:pt x="4371584" y="79625"/>
                  </a:lnTo>
                  <a:cubicBezTo>
                    <a:pt x="4860533" y="476670"/>
                    <a:pt x="5063885" y="1132812"/>
                    <a:pt x="5400299" y="1779691"/>
                  </a:cubicBezTo>
                  <a:cubicBezTo>
                    <a:pt x="5848849" y="2642194"/>
                    <a:pt x="6244956" y="3497996"/>
                    <a:pt x="5961759" y="4554903"/>
                  </a:cubicBezTo>
                  <a:cubicBezTo>
                    <a:pt x="5691575" y="5563242"/>
                    <a:pt x="5092427" y="6238887"/>
                    <a:pt x="4326541" y="6729688"/>
                  </a:cubicBezTo>
                  <a:lnTo>
                    <a:pt x="4109121" y="6858000"/>
                  </a:lnTo>
                  <a:lnTo>
                    <a:pt x="1145358" y="6858000"/>
                  </a:lnTo>
                  <a:lnTo>
                    <a:pt x="1143587" y="6856705"/>
                  </a:lnTo>
                  <a:cubicBezTo>
                    <a:pt x="699546" y="6541440"/>
                    <a:pt x="399287" y="6392433"/>
                    <a:pt x="162579" y="6240990"/>
                  </a:cubicBezTo>
                  <a:lnTo>
                    <a:pt x="0" y="6125553"/>
                  </a:lnTo>
                  <a:lnTo>
                    <a:pt x="0" y="4670879"/>
                  </a:lnTo>
                  <a:lnTo>
                    <a:pt x="38388" y="4778792"/>
                  </a:lnTo>
                  <a:cubicBezTo>
                    <a:pt x="72793" y="4862402"/>
                    <a:pt x="111802" y="4945953"/>
                    <a:pt x="155449" y="5029879"/>
                  </a:cubicBezTo>
                  <a:cubicBezTo>
                    <a:pt x="273464" y="5256810"/>
                    <a:pt x="351295" y="5344113"/>
                    <a:pt x="411802" y="5399531"/>
                  </a:cubicBezTo>
                  <a:cubicBezTo>
                    <a:pt x="500065" y="5480405"/>
                    <a:pt x="628514" y="5555615"/>
                    <a:pt x="806388" y="5659633"/>
                  </a:cubicBezTo>
                  <a:cubicBezTo>
                    <a:pt x="1044358" y="5798926"/>
                    <a:pt x="1370396" y="5989780"/>
                    <a:pt x="1801512" y="6314010"/>
                  </a:cubicBezTo>
                  <a:cubicBezTo>
                    <a:pt x="2037213" y="6491324"/>
                    <a:pt x="2315885" y="6561958"/>
                    <a:pt x="2653483" y="6529898"/>
                  </a:cubicBezTo>
                  <a:cubicBezTo>
                    <a:pt x="2962383" y="6500529"/>
                    <a:pt x="3312661" y="6383221"/>
                    <a:pt x="3666486" y="6190615"/>
                  </a:cubicBezTo>
                  <a:cubicBezTo>
                    <a:pt x="4083218" y="5963697"/>
                    <a:pt x="4407642" y="5714350"/>
                    <a:pt x="4658657" y="5428179"/>
                  </a:cubicBezTo>
                  <a:cubicBezTo>
                    <a:pt x="4927319" y="5121947"/>
                    <a:pt x="5111907" y="4771422"/>
                    <a:pt x="5222967" y="4356944"/>
                  </a:cubicBezTo>
                  <a:cubicBezTo>
                    <a:pt x="5418167" y="3628447"/>
                    <a:pt x="5139747" y="3007703"/>
                    <a:pt x="4724795" y="2210416"/>
                  </a:cubicBezTo>
                  <a:cubicBezTo>
                    <a:pt x="4631776" y="2031551"/>
                    <a:pt x="4551122" y="1858737"/>
                    <a:pt x="4473185" y="1691554"/>
                  </a:cubicBezTo>
                  <a:cubicBezTo>
                    <a:pt x="4326842" y="1377756"/>
                    <a:pt x="4200559" y="1106810"/>
                    <a:pt x="4046677" y="911781"/>
                  </a:cubicBezTo>
                  <a:cubicBezTo>
                    <a:pt x="3910561" y="739097"/>
                    <a:pt x="3763658" y="641647"/>
                    <a:pt x="3555564" y="585888"/>
                  </a:cubicBezTo>
                  <a:cubicBezTo>
                    <a:pt x="3178534" y="484863"/>
                    <a:pt x="2791842" y="468166"/>
                    <a:pt x="2405914" y="536282"/>
                  </a:cubicBezTo>
                  <a:cubicBezTo>
                    <a:pt x="2032757" y="602054"/>
                    <a:pt x="1676044" y="743871"/>
                    <a:pt x="1345719" y="957619"/>
                  </a:cubicBezTo>
                  <a:cubicBezTo>
                    <a:pt x="762775" y="1334788"/>
                    <a:pt x="318714" y="1900690"/>
                    <a:pt x="73341" y="2571698"/>
                  </a:cubicBezTo>
                  <a:lnTo>
                    <a:pt x="0" y="2803810"/>
                  </a:lnTo>
                  <a:lnTo>
                    <a:pt x="0" y="1147591"/>
                  </a:lnTo>
                  <a:lnTo>
                    <a:pt x="142706" y="968763"/>
                  </a:lnTo>
                  <a:cubicBezTo>
                    <a:pt x="388539" y="688063"/>
                    <a:pt x="668237" y="446316"/>
                    <a:pt x="971831" y="249890"/>
                  </a:cubicBezTo>
                  <a:cubicBezTo>
                    <a:pt x="1074829" y="183240"/>
                    <a:pt x="1180574" y="121805"/>
                    <a:pt x="1288677" y="65834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035AC662-4000-411A-9E33-6A4B6C0FCB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91008" cy="6858000"/>
            </a:xfrm>
            <a:custGeom>
              <a:avLst/>
              <a:gdLst>
                <a:gd name="connsiteX0" fmla="*/ 0 w 6091008"/>
                <a:gd name="connsiteY0" fmla="*/ 5476844 h 6858000"/>
                <a:gd name="connsiteX1" fmla="*/ 15220 w 6091008"/>
                <a:gd name="connsiteY1" fmla="*/ 5501668 h 6858000"/>
                <a:gd name="connsiteX2" fmla="*/ 198940 w 6091008"/>
                <a:gd name="connsiteY2" fmla="*/ 5717964 h 6858000"/>
                <a:gd name="connsiteX3" fmla="*/ 251499 w 6091008"/>
                <a:gd name="connsiteY3" fmla="*/ 5763842 h 6858000"/>
                <a:gd name="connsiteX4" fmla="*/ 308460 w 6091008"/>
                <a:gd name="connsiteY4" fmla="*/ 5806337 h 6858000"/>
                <a:gd name="connsiteX5" fmla="*/ 368305 w 6091008"/>
                <a:gd name="connsiteY5" fmla="*/ 5847248 h 6858000"/>
                <a:gd name="connsiteX6" fmla="*/ 430451 w 6091008"/>
                <a:gd name="connsiteY6" fmla="*/ 5887305 h 6858000"/>
                <a:gd name="connsiteX7" fmla="*/ 975811 w 6091008"/>
                <a:gd name="connsiteY7" fmla="*/ 6205653 h 6858000"/>
                <a:gd name="connsiteX8" fmla="*/ 1510250 w 6091008"/>
                <a:gd name="connsiteY8" fmla="*/ 6575390 h 6858000"/>
                <a:gd name="connsiteX9" fmla="*/ 2002437 w 6091008"/>
                <a:gd name="connsiteY9" fmla="*/ 6825029 h 6858000"/>
                <a:gd name="connsiteX10" fmla="*/ 2137670 w 6091008"/>
                <a:gd name="connsiteY10" fmla="*/ 6856874 h 6858000"/>
                <a:gd name="connsiteX11" fmla="*/ 2145778 w 6091008"/>
                <a:gd name="connsiteY11" fmla="*/ 6858000 h 6858000"/>
                <a:gd name="connsiteX12" fmla="*/ 1098858 w 6091008"/>
                <a:gd name="connsiteY12" fmla="*/ 6858000 h 6858000"/>
                <a:gd name="connsiteX13" fmla="*/ 1004166 w 6091008"/>
                <a:gd name="connsiteY13" fmla="*/ 6786858 h 6858000"/>
                <a:gd name="connsiteX14" fmla="*/ 751974 w 6091008"/>
                <a:gd name="connsiteY14" fmla="*/ 6608169 h 6858000"/>
                <a:gd name="connsiteX15" fmla="*/ 623305 w 6091008"/>
                <a:gd name="connsiteY15" fmla="*/ 6522172 h 6858000"/>
                <a:gd name="connsiteX16" fmla="*/ 492346 w 6091008"/>
                <a:gd name="connsiteY16" fmla="*/ 6437477 h 6858000"/>
                <a:gd name="connsiteX17" fmla="*/ 358536 w 6091008"/>
                <a:gd name="connsiteY17" fmla="*/ 6352312 h 6858000"/>
                <a:gd name="connsiteX18" fmla="*/ 290710 w 6091008"/>
                <a:gd name="connsiteY18" fmla="*/ 6308820 h 6858000"/>
                <a:gd name="connsiteX19" fmla="*/ 221792 w 6091008"/>
                <a:gd name="connsiteY19" fmla="*/ 6263122 h 6858000"/>
                <a:gd name="connsiteX20" fmla="*/ 152460 w 6091008"/>
                <a:gd name="connsiteY20" fmla="*/ 6215106 h 6858000"/>
                <a:gd name="connsiteX21" fmla="*/ 83055 w 6091008"/>
                <a:gd name="connsiteY21" fmla="*/ 6163978 h 6858000"/>
                <a:gd name="connsiteX22" fmla="*/ 14161 w 6091008"/>
                <a:gd name="connsiteY22" fmla="*/ 6109014 h 6858000"/>
                <a:gd name="connsiteX23" fmla="*/ 0 w 6091008"/>
                <a:gd name="connsiteY23" fmla="*/ 6096195 h 6858000"/>
                <a:gd name="connsiteX24" fmla="*/ 3707444 w 6091008"/>
                <a:gd name="connsiteY24" fmla="*/ 0 h 6858000"/>
                <a:gd name="connsiteX25" fmla="*/ 4265528 w 6091008"/>
                <a:gd name="connsiteY25" fmla="*/ 0 h 6858000"/>
                <a:gd name="connsiteX26" fmla="*/ 4291472 w 6091008"/>
                <a:gd name="connsiteY26" fmla="*/ 15596 h 6858000"/>
                <a:gd name="connsiteX27" fmla="*/ 4431124 w 6091008"/>
                <a:gd name="connsiteY27" fmla="*/ 119052 h 6858000"/>
                <a:gd name="connsiteX28" fmla="*/ 4899570 w 6091008"/>
                <a:gd name="connsiteY28" fmla="*/ 643769 h 6858000"/>
                <a:gd name="connsiteX29" fmla="*/ 5247925 w 6091008"/>
                <a:gd name="connsiteY29" fmla="*/ 1232134 h 6858000"/>
                <a:gd name="connsiteX30" fmla="*/ 5401234 w 6091008"/>
                <a:gd name="connsiteY30" fmla="*/ 1518442 h 6858000"/>
                <a:gd name="connsiteX31" fmla="*/ 5480921 w 6091008"/>
                <a:gd name="connsiteY31" fmla="*/ 1662114 h 6858000"/>
                <a:gd name="connsiteX32" fmla="*/ 5561804 w 6091008"/>
                <a:gd name="connsiteY32" fmla="*/ 1812436 h 6858000"/>
                <a:gd name="connsiteX33" fmla="*/ 5855037 w 6091008"/>
                <a:gd name="connsiteY33" fmla="*/ 2457716 h 6858000"/>
                <a:gd name="connsiteX34" fmla="*/ 6052254 w 6091008"/>
                <a:gd name="connsiteY34" fmla="*/ 3193699 h 6858000"/>
                <a:gd name="connsiteX35" fmla="*/ 6073151 w 6091008"/>
                <a:gd name="connsiteY35" fmla="*/ 4004612 h 6858000"/>
                <a:gd name="connsiteX36" fmla="*/ 6067309 w 6091008"/>
                <a:gd name="connsiteY36" fmla="*/ 4055890 h 6858000"/>
                <a:gd name="connsiteX37" fmla="*/ 6059979 w 6091008"/>
                <a:gd name="connsiteY37" fmla="*/ 4106917 h 6858000"/>
                <a:gd name="connsiteX38" fmla="*/ 6052371 w 6091008"/>
                <a:gd name="connsiteY38" fmla="*/ 4158016 h 6858000"/>
                <a:gd name="connsiteX39" fmla="*/ 6043434 w 6091008"/>
                <a:gd name="connsiteY39" fmla="*/ 4208759 h 6858000"/>
                <a:gd name="connsiteX40" fmla="*/ 6023229 w 6091008"/>
                <a:gd name="connsiteY40" fmla="*/ 4309769 h 6858000"/>
                <a:gd name="connsiteX41" fmla="*/ 5999922 w 6091008"/>
                <a:gd name="connsiteY41" fmla="*/ 4409799 h 6858000"/>
                <a:gd name="connsiteX42" fmla="*/ 5987157 w 6091008"/>
                <a:gd name="connsiteY42" fmla="*/ 4459369 h 6858000"/>
                <a:gd name="connsiteX43" fmla="*/ 5973731 w 6091008"/>
                <a:gd name="connsiteY43" fmla="*/ 4508027 h 6858000"/>
                <a:gd name="connsiteX44" fmla="*/ 5944653 w 6091008"/>
                <a:gd name="connsiteY44" fmla="*/ 4602538 h 6858000"/>
                <a:gd name="connsiteX45" fmla="*/ 5915334 w 6091008"/>
                <a:gd name="connsiteY45" fmla="*/ 4696982 h 6858000"/>
                <a:gd name="connsiteX46" fmla="*/ 5881786 w 6091008"/>
                <a:gd name="connsiteY46" fmla="*/ 4790295 h 6858000"/>
                <a:gd name="connsiteX47" fmla="*/ 5539609 w 6091008"/>
                <a:gd name="connsiteY47" fmla="*/ 5504511 h 6858000"/>
                <a:gd name="connsiteX48" fmla="*/ 5432400 w 6091008"/>
                <a:gd name="connsiteY48" fmla="*/ 5669348 h 6858000"/>
                <a:gd name="connsiteX49" fmla="*/ 5404330 w 6091008"/>
                <a:gd name="connsiteY49" fmla="*/ 5709372 h 6858000"/>
                <a:gd name="connsiteX50" fmla="*/ 5375525 w 6091008"/>
                <a:gd name="connsiteY50" fmla="*/ 5748757 h 6858000"/>
                <a:gd name="connsiteX51" fmla="*/ 5317831 w 6091008"/>
                <a:gd name="connsiteY51" fmla="*/ 5827355 h 6858000"/>
                <a:gd name="connsiteX52" fmla="*/ 5288208 w 6091008"/>
                <a:gd name="connsiteY52" fmla="*/ 5865932 h 6858000"/>
                <a:gd name="connsiteX53" fmla="*/ 5273251 w 6091008"/>
                <a:gd name="connsiteY53" fmla="*/ 5885035 h 6858000"/>
                <a:gd name="connsiteX54" fmla="*/ 5256656 w 6091008"/>
                <a:gd name="connsiteY54" fmla="*/ 5902520 h 6858000"/>
                <a:gd name="connsiteX55" fmla="*/ 5189858 w 6091008"/>
                <a:gd name="connsiteY55" fmla="*/ 5971616 h 6858000"/>
                <a:gd name="connsiteX56" fmla="*/ 5156287 w 6091008"/>
                <a:gd name="connsiteY56" fmla="*/ 6005600 h 6858000"/>
                <a:gd name="connsiteX57" fmla="*/ 5121598 w 6091008"/>
                <a:gd name="connsiteY57" fmla="*/ 6037962 h 6858000"/>
                <a:gd name="connsiteX58" fmla="*/ 5051798 w 6091008"/>
                <a:gd name="connsiteY58" fmla="*/ 6101838 h 6858000"/>
                <a:gd name="connsiteX59" fmla="*/ 4463594 w 6091008"/>
                <a:gd name="connsiteY59" fmla="*/ 6532280 h 6858000"/>
                <a:gd name="connsiteX60" fmla="*/ 4388637 w 6091008"/>
                <a:gd name="connsiteY60" fmla="*/ 6579169 h 6858000"/>
                <a:gd name="connsiteX61" fmla="*/ 4312856 w 6091008"/>
                <a:gd name="connsiteY61" fmla="*/ 6623337 h 6858000"/>
                <a:gd name="connsiteX62" fmla="*/ 4237558 w 6091008"/>
                <a:gd name="connsiteY62" fmla="*/ 6667632 h 6858000"/>
                <a:gd name="connsiteX63" fmla="*/ 4161774 w 6091008"/>
                <a:gd name="connsiteY63" fmla="*/ 6709883 h 6858000"/>
                <a:gd name="connsiteX64" fmla="*/ 4010448 w 6091008"/>
                <a:gd name="connsiteY64" fmla="*/ 6792981 h 6858000"/>
                <a:gd name="connsiteX65" fmla="*/ 3935163 w 6091008"/>
                <a:gd name="connsiteY65" fmla="*/ 6834338 h 6858000"/>
                <a:gd name="connsiteX66" fmla="*/ 3892887 w 6091008"/>
                <a:gd name="connsiteY66" fmla="*/ 6858000 h 6858000"/>
                <a:gd name="connsiteX67" fmla="*/ 2743942 w 6091008"/>
                <a:gd name="connsiteY67" fmla="*/ 6858000 h 6858000"/>
                <a:gd name="connsiteX68" fmla="*/ 2852577 w 6091008"/>
                <a:gd name="connsiteY68" fmla="*/ 6838910 h 6858000"/>
                <a:gd name="connsiteX69" fmla="*/ 3143255 w 6091008"/>
                <a:gd name="connsiteY69" fmla="*/ 6759775 h 6858000"/>
                <a:gd name="connsiteX70" fmla="*/ 3430899 w 6091008"/>
                <a:gd name="connsiteY70" fmla="*/ 6650056 h 6858000"/>
                <a:gd name="connsiteX71" fmla="*/ 3713289 w 6091008"/>
                <a:gd name="connsiteY71" fmla="*/ 6514054 h 6858000"/>
                <a:gd name="connsiteX72" fmla="*/ 3981228 w 6091008"/>
                <a:gd name="connsiteY72" fmla="*/ 6334878 h 6858000"/>
                <a:gd name="connsiteX73" fmla="*/ 4107885 w 6091008"/>
                <a:gd name="connsiteY73" fmla="*/ 6233689 h 6858000"/>
                <a:gd name="connsiteX74" fmla="*/ 4169795 w 6091008"/>
                <a:gd name="connsiteY74" fmla="*/ 6181389 h 6858000"/>
                <a:gd name="connsiteX75" fmla="*/ 4229189 w 6091008"/>
                <a:gd name="connsiteY75" fmla="*/ 6125914 h 6858000"/>
                <a:gd name="connsiteX76" fmla="*/ 4652064 w 6091008"/>
                <a:gd name="connsiteY76" fmla="*/ 5641457 h 6858000"/>
                <a:gd name="connsiteX77" fmla="*/ 4697555 w 6091008"/>
                <a:gd name="connsiteY77" fmla="*/ 5576516 h 6858000"/>
                <a:gd name="connsiteX78" fmla="*/ 4720492 w 6091008"/>
                <a:gd name="connsiteY78" fmla="*/ 5544537 h 6858000"/>
                <a:gd name="connsiteX79" fmla="*/ 4741922 w 6091008"/>
                <a:gd name="connsiteY79" fmla="*/ 5511420 h 6858000"/>
                <a:gd name="connsiteX80" fmla="*/ 4784179 w 6091008"/>
                <a:gd name="connsiteY80" fmla="*/ 5445022 h 6858000"/>
                <a:gd name="connsiteX81" fmla="*/ 4794796 w 6091008"/>
                <a:gd name="connsiteY81" fmla="*/ 5428584 h 6858000"/>
                <a:gd name="connsiteX82" fmla="*/ 4807173 w 6091008"/>
                <a:gd name="connsiteY82" fmla="*/ 5413795 h 6858000"/>
                <a:gd name="connsiteX83" fmla="*/ 4830010 w 6091008"/>
                <a:gd name="connsiteY83" fmla="*/ 5382674 h 6858000"/>
                <a:gd name="connsiteX84" fmla="*/ 4874298 w 6091008"/>
                <a:gd name="connsiteY84" fmla="*/ 5319323 h 6858000"/>
                <a:gd name="connsiteX85" fmla="*/ 4896484 w 6091008"/>
                <a:gd name="connsiteY85" fmla="*/ 5287734 h 6858000"/>
                <a:gd name="connsiteX86" fmla="*/ 4918019 w 6091008"/>
                <a:gd name="connsiteY86" fmla="*/ 5255673 h 6858000"/>
                <a:gd name="connsiteX87" fmla="*/ 4999238 w 6091008"/>
                <a:gd name="connsiteY87" fmla="*/ 5124058 h 6858000"/>
                <a:gd name="connsiteX88" fmla="*/ 5251271 w 6091008"/>
                <a:gd name="connsiteY88" fmla="*/ 4554965 h 6858000"/>
                <a:gd name="connsiteX89" fmla="*/ 5276136 w 6091008"/>
                <a:gd name="connsiteY89" fmla="*/ 4480521 h 6858000"/>
                <a:gd name="connsiteX90" fmla="*/ 5297442 w 6091008"/>
                <a:gd name="connsiteY90" fmla="*/ 4404389 h 6858000"/>
                <a:gd name="connsiteX91" fmla="*/ 5318953 w 6091008"/>
                <a:gd name="connsiteY91" fmla="*/ 4328458 h 6858000"/>
                <a:gd name="connsiteX92" fmla="*/ 5328684 w 6091008"/>
                <a:gd name="connsiteY92" fmla="*/ 4291175 h 6858000"/>
                <a:gd name="connsiteX93" fmla="*/ 5337470 w 6091008"/>
                <a:gd name="connsiteY93" fmla="*/ 4254522 h 6858000"/>
                <a:gd name="connsiteX94" fmla="*/ 5353277 w 6091008"/>
                <a:gd name="connsiteY94" fmla="*/ 4181038 h 6858000"/>
                <a:gd name="connsiteX95" fmla="*/ 5366762 w 6091008"/>
                <a:gd name="connsiteY95" fmla="*/ 4107520 h 6858000"/>
                <a:gd name="connsiteX96" fmla="*/ 5373105 w 6091008"/>
                <a:gd name="connsiteY96" fmla="*/ 4070802 h 6858000"/>
                <a:gd name="connsiteX97" fmla="*/ 5378288 w 6091008"/>
                <a:gd name="connsiteY97" fmla="*/ 4034066 h 6858000"/>
                <a:gd name="connsiteX98" fmla="*/ 5383471 w 6091008"/>
                <a:gd name="connsiteY98" fmla="*/ 3997331 h 6858000"/>
                <a:gd name="connsiteX99" fmla="*/ 5387373 w 6091008"/>
                <a:gd name="connsiteY99" fmla="*/ 3960547 h 6858000"/>
                <a:gd name="connsiteX100" fmla="*/ 5375699 w 6091008"/>
                <a:gd name="connsiteY100" fmla="*/ 3369810 h 6858000"/>
                <a:gd name="connsiteX101" fmla="*/ 5225695 w 6091008"/>
                <a:gd name="connsiteY101" fmla="*/ 2777923 h 6858000"/>
                <a:gd name="connsiteX102" fmla="*/ 4989893 w 6091008"/>
                <a:gd name="connsiteY102" fmla="*/ 2181595 h 6858000"/>
                <a:gd name="connsiteX103" fmla="*/ 4856777 w 6091008"/>
                <a:gd name="connsiteY103" fmla="*/ 1872581 h 6858000"/>
                <a:gd name="connsiteX104" fmla="*/ 4729367 w 6091008"/>
                <a:gd name="connsiteY104" fmla="*/ 1547581 h 6858000"/>
                <a:gd name="connsiteX105" fmla="*/ 4510575 w 6091008"/>
                <a:gd name="connsiteY105" fmla="*/ 917244 h 6858000"/>
                <a:gd name="connsiteX106" fmla="*/ 4387446 w 6091008"/>
                <a:gd name="connsiteY106" fmla="*/ 626512 h 6858000"/>
                <a:gd name="connsiteX107" fmla="*/ 4227716 w 6091008"/>
                <a:gd name="connsiteY107" fmla="*/ 368510 h 6858000"/>
                <a:gd name="connsiteX108" fmla="*/ 4017774 w 6091008"/>
                <a:gd name="connsiteY108" fmla="*/ 161674 h 6858000"/>
                <a:gd name="connsiteX109" fmla="*/ 3761542 w 6091008"/>
                <a:gd name="connsiteY109" fmla="*/ 19860 h 6858000"/>
                <a:gd name="connsiteX110" fmla="*/ 3727185 w 6091008"/>
                <a:gd name="connsiteY110" fmla="*/ 6533 h 6858000"/>
                <a:gd name="connsiteX111" fmla="*/ 1325680 w 6091008"/>
                <a:gd name="connsiteY111" fmla="*/ 0 h 6858000"/>
                <a:gd name="connsiteX112" fmla="*/ 2347354 w 6091008"/>
                <a:gd name="connsiteY112" fmla="*/ 0 h 6858000"/>
                <a:gd name="connsiteX113" fmla="*/ 2262734 w 6091008"/>
                <a:gd name="connsiteY113" fmla="*/ 20581 h 6858000"/>
                <a:gd name="connsiteX114" fmla="*/ 1969830 w 6091008"/>
                <a:gd name="connsiteY114" fmla="*/ 118108 h 6858000"/>
                <a:gd name="connsiteX115" fmla="*/ 1897367 w 6091008"/>
                <a:gd name="connsiteY115" fmla="*/ 145059 h 6858000"/>
                <a:gd name="connsiteX116" fmla="*/ 1825860 w 6091008"/>
                <a:gd name="connsiteY116" fmla="*/ 175210 h 6858000"/>
                <a:gd name="connsiteX117" fmla="*/ 1754258 w 6091008"/>
                <a:gd name="connsiteY117" fmla="*/ 204746 h 6858000"/>
                <a:gd name="connsiteX118" fmla="*/ 1683442 w 6091008"/>
                <a:gd name="connsiteY118" fmla="*/ 237143 h 6858000"/>
                <a:gd name="connsiteX119" fmla="*/ 1612330 w 6091008"/>
                <a:gd name="connsiteY119" fmla="*/ 268724 h 6858000"/>
                <a:gd name="connsiteX120" fmla="*/ 1542244 w 6091008"/>
                <a:gd name="connsiteY120" fmla="*/ 303229 h 6858000"/>
                <a:gd name="connsiteX121" fmla="*/ 1471990 w 6091008"/>
                <a:gd name="connsiteY121" fmla="*/ 337395 h 6858000"/>
                <a:gd name="connsiteX122" fmla="*/ 1402813 w 6091008"/>
                <a:gd name="connsiteY122" fmla="*/ 374794 h 6858000"/>
                <a:gd name="connsiteX123" fmla="*/ 1333886 w 6091008"/>
                <a:gd name="connsiteY123" fmla="*/ 412702 h 6858000"/>
                <a:gd name="connsiteX124" fmla="*/ 1266278 w 6091008"/>
                <a:gd name="connsiteY124" fmla="*/ 453907 h 6858000"/>
                <a:gd name="connsiteX125" fmla="*/ 1199136 w 6091008"/>
                <a:gd name="connsiteY125" fmla="*/ 496266 h 6858000"/>
                <a:gd name="connsiteX126" fmla="*/ 1182302 w 6091008"/>
                <a:gd name="connsiteY126" fmla="*/ 506917 h 6858000"/>
                <a:gd name="connsiteX127" fmla="*/ 1166009 w 6091008"/>
                <a:gd name="connsiteY127" fmla="*/ 518449 h 6858000"/>
                <a:gd name="connsiteX128" fmla="*/ 1133302 w 6091008"/>
                <a:gd name="connsiteY128" fmla="*/ 541479 h 6858000"/>
                <a:gd name="connsiteX129" fmla="*/ 1067923 w 6091008"/>
                <a:gd name="connsiteY129" fmla="*/ 587403 h 6858000"/>
                <a:gd name="connsiteX130" fmla="*/ 1051509 w 6091008"/>
                <a:gd name="connsiteY130" fmla="*/ 598902 h 6858000"/>
                <a:gd name="connsiteX131" fmla="*/ 1035673 w 6091008"/>
                <a:gd name="connsiteY131" fmla="*/ 611145 h 6858000"/>
                <a:gd name="connsiteX132" fmla="*/ 1003878 w 6091008"/>
                <a:gd name="connsiteY132" fmla="*/ 635598 h 6858000"/>
                <a:gd name="connsiteX133" fmla="*/ 877673 w 6091008"/>
                <a:gd name="connsiteY133" fmla="*/ 735582 h 6858000"/>
                <a:gd name="connsiteX134" fmla="*/ 417533 w 6091008"/>
                <a:gd name="connsiteY134" fmla="*/ 1198720 h 6858000"/>
                <a:gd name="connsiteX135" fmla="*/ 54935 w 6091008"/>
                <a:gd name="connsiteY135" fmla="*/ 1756293 h 6858000"/>
                <a:gd name="connsiteX136" fmla="*/ 17844 w 6091008"/>
                <a:gd name="connsiteY136" fmla="*/ 1831433 h 6858000"/>
                <a:gd name="connsiteX137" fmla="*/ 0 w 6091008"/>
                <a:gd name="connsiteY137" fmla="*/ 1869131 h 6858000"/>
                <a:gd name="connsiteX138" fmla="*/ 0 w 6091008"/>
                <a:gd name="connsiteY138" fmla="*/ 1198550 h 6858000"/>
                <a:gd name="connsiteX139" fmla="*/ 185957 w 6091008"/>
                <a:gd name="connsiteY139" fmla="*/ 961506 h 6858000"/>
                <a:gd name="connsiteX140" fmla="*/ 689746 w 6091008"/>
                <a:gd name="connsiteY140" fmla="*/ 447064 h 6858000"/>
                <a:gd name="connsiteX141" fmla="*/ 827126 w 6091008"/>
                <a:gd name="connsiteY141" fmla="*/ 333881 h 6858000"/>
                <a:gd name="connsiteX142" fmla="*/ 968997 w 6091008"/>
                <a:gd name="connsiteY142" fmla="*/ 228085 h 6858000"/>
                <a:gd name="connsiteX143" fmla="*/ 1004883 w 6091008"/>
                <a:gd name="connsiteY143" fmla="*/ 202373 h 6858000"/>
                <a:gd name="connsiteX144" fmla="*/ 1022826 w 6091008"/>
                <a:gd name="connsiteY144" fmla="*/ 189517 h 6858000"/>
                <a:gd name="connsiteX145" fmla="*/ 1041187 w 6091008"/>
                <a:gd name="connsiteY145" fmla="*/ 177509 h 6858000"/>
                <a:gd name="connsiteX146" fmla="*/ 1114760 w 6091008"/>
                <a:gd name="connsiteY146" fmla="*/ 129512 h 6858000"/>
                <a:gd name="connsiteX147" fmla="*/ 1188498 w 6091008"/>
                <a:gd name="connsiteY147" fmla="*/ 81854 h 6858000"/>
                <a:gd name="connsiteX148" fmla="*/ 1263461 w 6091008"/>
                <a:gd name="connsiteY148" fmla="*/ 36880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</a:cxnLst>
              <a:rect l="l" t="t" r="r" b="b"/>
              <a:pathLst>
                <a:path w="6091008" h="6858000">
                  <a:moveTo>
                    <a:pt x="0" y="5476844"/>
                  </a:moveTo>
                  <a:lnTo>
                    <a:pt x="15220" y="5501668"/>
                  </a:lnTo>
                  <a:cubicBezTo>
                    <a:pt x="69097" y="5585141"/>
                    <a:pt x="130925" y="5654403"/>
                    <a:pt x="198940" y="5717964"/>
                  </a:cubicBezTo>
                  <a:lnTo>
                    <a:pt x="251499" y="5763842"/>
                  </a:lnTo>
                  <a:lnTo>
                    <a:pt x="308460" y="5806337"/>
                  </a:lnTo>
                  <a:cubicBezTo>
                    <a:pt x="326685" y="5820934"/>
                    <a:pt x="348384" y="5833667"/>
                    <a:pt x="368305" y="5847248"/>
                  </a:cubicBezTo>
                  <a:cubicBezTo>
                    <a:pt x="388782" y="5860683"/>
                    <a:pt x="408424" y="5874336"/>
                    <a:pt x="430451" y="5887305"/>
                  </a:cubicBezTo>
                  <a:cubicBezTo>
                    <a:pt x="601703" y="5991186"/>
                    <a:pt x="792871" y="6091279"/>
                    <a:pt x="975811" y="6205653"/>
                  </a:cubicBezTo>
                  <a:cubicBezTo>
                    <a:pt x="1159565" y="6318920"/>
                    <a:pt x="1337666" y="6443625"/>
                    <a:pt x="1510250" y="6575390"/>
                  </a:cubicBezTo>
                  <a:cubicBezTo>
                    <a:pt x="1658997" y="6690317"/>
                    <a:pt x="1824862" y="6774210"/>
                    <a:pt x="2002437" y="6825029"/>
                  </a:cubicBezTo>
                  <a:cubicBezTo>
                    <a:pt x="2046812" y="6837803"/>
                    <a:pt x="2091936" y="6848385"/>
                    <a:pt x="2137670" y="6856874"/>
                  </a:cubicBezTo>
                  <a:lnTo>
                    <a:pt x="2145778" y="6858000"/>
                  </a:lnTo>
                  <a:lnTo>
                    <a:pt x="1098858" y="6858000"/>
                  </a:lnTo>
                  <a:lnTo>
                    <a:pt x="1004166" y="6786858"/>
                  </a:lnTo>
                  <a:cubicBezTo>
                    <a:pt x="920997" y="6725805"/>
                    <a:pt x="837118" y="6666016"/>
                    <a:pt x="751974" y="6608169"/>
                  </a:cubicBezTo>
                  <a:lnTo>
                    <a:pt x="623305" y="6522172"/>
                  </a:lnTo>
                  <a:lnTo>
                    <a:pt x="492346" y="6437477"/>
                  </a:lnTo>
                  <a:lnTo>
                    <a:pt x="358536" y="6352312"/>
                  </a:lnTo>
                  <a:lnTo>
                    <a:pt x="290710" y="6308820"/>
                  </a:lnTo>
                  <a:lnTo>
                    <a:pt x="221792" y="6263122"/>
                  </a:lnTo>
                  <a:cubicBezTo>
                    <a:pt x="198889" y="6248595"/>
                    <a:pt x="175526" y="6231442"/>
                    <a:pt x="152460" y="6215106"/>
                  </a:cubicBezTo>
                  <a:cubicBezTo>
                    <a:pt x="129301" y="6198154"/>
                    <a:pt x="105988" y="6183223"/>
                    <a:pt x="83055" y="6163978"/>
                  </a:cubicBezTo>
                  <a:lnTo>
                    <a:pt x="14161" y="6109014"/>
                  </a:lnTo>
                  <a:lnTo>
                    <a:pt x="0" y="6096195"/>
                  </a:lnTo>
                  <a:close/>
                  <a:moveTo>
                    <a:pt x="3707444" y="0"/>
                  </a:moveTo>
                  <a:lnTo>
                    <a:pt x="4265528" y="0"/>
                  </a:lnTo>
                  <a:lnTo>
                    <a:pt x="4291472" y="15596"/>
                  </a:lnTo>
                  <a:cubicBezTo>
                    <a:pt x="4339292" y="47637"/>
                    <a:pt x="4385917" y="82210"/>
                    <a:pt x="4431124" y="119052"/>
                  </a:cubicBezTo>
                  <a:cubicBezTo>
                    <a:pt x="4612085" y="266897"/>
                    <a:pt x="4766658" y="451392"/>
                    <a:pt x="4899570" y="643769"/>
                  </a:cubicBezTo>
                  <a:cubicBezTo>
                    <a:pt x="5032421" y="836866"/>
                    <a:pt x="5144168" y="1037706"/>
                    <a:pt x="5247925" y="1232134"/>
                  </a:cubicBezTo>
                  <a:cubicBezTo>
                    <a:pt x="5299886" y="1329516"/>
                    <a:pt x="5349860" y="1425631"/>
                    <a:pt x="5401234" y="1518442"/>
                  </a:cubicBezTo>
                  <a:lnTo>
                    <a:pt x="5480921" y="1662114"/>
                  </a:lnTo>
                  <a:cubicBezTo>
                    <a:pt x="5508162" y="1711659"/>
                    <a:pt x="5535098" y="1761858"/>
                    <a:pt x="5561804" y="1812436"/>
                  </a:cubicBezTo>
                  <a:cubicBezTo>
                    <a:pt x="5668394" y="2015131"/>
                    <a:pt x="5769309" y="2228374"/>
                    <a:pt x="5855037" y="2457716"/>
                  </a:cubicBezTo>
                  <a:cubicBezTo>
                    <a:pt x="5940757" y="2686612"/>
                    <a:pt x="6011031" y="2932566"/>
                    <a:pt x="6052254" y="3193699"/>
                  </a:cubicBezTo>
                  <a:cubicBezTo>
                    <a:pt x="6093625" y="3454283"/>
                    <a:pt x="6103924" y="3730828"/>
                    <a:pt x="6073151" y="4004612"/>
                  </a:cubicBezTo>
                  <a:lnTo>
                    <a:pt x="6067309" y="4055890"/>
                  </a:lnTo>
                  <a:cubicBezTo>
                    <a:pt x="6065066" y="4072953"/>
                    <a:pt x="6062462" y="4089919"/>
                    <a:pt x="6059979" y="4106917"/>
                  </a:cubicBezTo>
                  <a:lnTo>
                    <a:pt x="6052371" y="4158016"/>
                  </a:lnTo>
                  <a:cubicBezTo>
                    <a:pt x="6049766" y="4174982"/>
                    <a:pt x="6046401" y="4191890"/>
                    <a:pt x="6043434" y="4208759"/>
                  </a:cubicBezTo>
                  <a:cubicBezTo>
                    <a:pt x="6037102" y="4242536"/>
                    <a:pt x="6031011" y="4276380"/>
                    <a:pt x="6023229" y="4309769"/>
                  </a:cubicBezTo>
                  <a:cubicBezTo>
                    <a:pt x="6015690" y="4343223"/>
                    <a:pt x="6008874" y="4376870"/>
                    <a:pt x="5999922" y="4409799"/>
                  </a:cubicBezTo>
                  <a:lnTo>
                    <a:pt x="5987157" y="4459369"/>
                  </a:lnTo>
                  <a:cubicBezTo>
                    <a:pt x="5982945" y="4476053"/>
                    <a:pt x="5978687" y="4492427"/>
                    <a:pt x="5973731" y="4508027"/>
                  </a:cubicBezTo>
                  <a:lnTo>
                    <a:pt x="5944653" y="4602538"/>
                  </a:lnTo>
                  <a:lnTo>
                    <a:pt x="5915334" y="4696982"/>
                  </a:lnTo>
                  <a:cubicBezTo>
                    <a:pt x="5905346" y="4728457"/>
                    <a:pt x="5892944" y="4759283"/>
                    <a:pt x="5881786" y="4790295"/>
                  </a:cubicBezTo>
                  <a:cubicBezTo>
                    <a:pt x="5791737" y="5038923"/>
                    <a:pt x="5677271" y="5280123"/>
                    <a:pt x="5539609" y="5504511"/>
                  </a:cubicBezTo>
                  <a:lnTo>
                    <a:pt x="5432400" y="5669348"/>
                  </a:lnTo>
                  <a:cubicBezTo>
                    <a:pt x="5423763" y="5683225"/>
                    <a:pt x="5413823" y="5696165"/>
                    <a:pt x="5404330" y="5709372"/>
                  </a:cubicBezTo>
                  <a:lnTo>
                    <a:pt x="5375525" y="5748757"/>
                  </a:lnTo>
                  <a:lnTo>
                    <a:pt x="5317831" y="5827355"/>
                  </a:lnTo>
                  <a:cubicBezTo>
                    <a:pt x="5308217" y="5840529"/>
                    <a:pt x="5298639" y="5853567"/>
                    <a:pt x="5288208" y="5865932"/>
                  </a:cubicBezTo>
                  <a:cubicBezTo>
                    <a:pt x="5283153" y="5872232"/>
                    <a:pt x="5278509" y="5878936"/>
                    <a:pt x="5273251" y="5885035"/>
                  </a:cubicBezTo>
                  <a:cubicBezTo>
                    <a:pt x="5267908" y="5890963"/>
                    <a:pt x="5262120" y="5896624"/>
                    <a:pt x="5256656" y="5902520"/>
                  </a:cubicBezTo>
                  <a:lnTo>
                    <a:pt x="5189858" y="5971616"/>
                  </a:lnTo>
                  <a:cubicBezTo>
                    <a:pt x="5178681" y="5982899"/>
                    <a:pt x="5167959" y="5994892"/>
                    <a:pt x="5156287" y="6005600"/>
                  </a:cubicBezTo>
                  <a:lnTo>
                    <a:pt x="5121598" y="6037962"/>
                  </a:lnTo>
                  <a:lnTo>
                    <a:pt x="5051798" y="6101838"/>
                  </a:lnTo>
                  <a:cubicBezTo>
                    <a:pt x="4864110" y="6268956"/>
                    <a:pt x="4663874" y="6407541"/>
                    <a:pt x="4463594" y="6532280"/>
                  </a:cubicBezTo>
                  <a:cubicBezTo>
                    <a:pt x="4438472" y="6547774"/>
                    <a:pt x="4413434" y="6563439"/>
                    <a:pt x="4388637" y="6579169"/>
                  </a:cubicBezTo>
                  <a:lnTo>
                    <a:pt x="4312856" y="6623337"/>
                  </a:lnTo>
                  <a:lnTo>
                    <a:pt x="4237558" y="6667632"/>
                  </a:lnTo>
                  <a:cubicBezTo>
                    <a:pt x="4212548" y="6682715"/>
                    <a:pt x="4186842" y="6695553"/>
                    <a:pt x="4161774" y="6709883"/>
                  </a:cubicBezTo>
                  <a:cubicBezTo>
                    <a:pt x="4111167" y="6737392"/>
                    <a:pt x="4061123" y="6766670"/>
                    <a:pt x="4010448" y="6792981"/>
                  </a:cubicBezTo>
                  <a:cubicBezTo>
                    <a:pt x="3985322" y="6806562"/>
                    <a:pt x="3960037" y="6820248"/>
                    <a:pt x="3935163" y="6834338"/>
                  </a:cubicBezTo>
                  <a:lnTo>
                    <a:pt x="3892887" y="6858000"/>
                  </a:lnTo>
                  <a:lnTo>
                    <a:pt x="2743942" y="6858000"/>
                  </a:lnTo>
                  <a:lnTo>
                    <a:pt x="2852577" y="6838910"/>
                  </a:lnTo>
                  <a:cubicBezTo>
                    <a:pt x="2949686" y="6818527"/>
                    <a:pt x="3046805" y="6791706"/>
                    <a:pt x="3143255" y="6759775"/>
                  </a:cubicBezTo>
                  <a:cubicBezTo>
                    <a:pt x="3239807" y="6727945"/>
                    <a:pt x="3335416" y="6689975"/>
                    <a:pt x="3430899" y="6650056"/>
                  </a:cubicBezTo>
                  <a:cubicBezTo>
                    <a:pt x="3526299" y="6609969"/>
                    <a:pt x="3621242" y="6565786"/>
                    <a:pt x="3713289" y="6514054"/>
                  </a:cubicBezTo>
                  <a:cubicBezTo>
                    <a:pt x="3805137" y="6460650"/>
                    <a:pt x="3895762" y="6401178"/>
                    <a:pt x="3981228" y="6334878"/>
                  </a:cubicBezTo>
                  <a:cubicBezTo>
                    <a:pt x="4024934" y="6303166"/>
                    <a:pt x="4066572" y="6268544"/>
                    <a:pt x="4107885" y="6233689"/>
                  </a:cubicBezTo>
                  <a:cubicBezTo>
                    <a:pt x="4128602" y="6216277"/>
                    <a:pt x="4149365" y="6199173"/>
                    <a:pt x="4169795" y="6181389"/>
                  </a:cubicBezTo>
                  <a:cubicBezTo>
                    <a:pt x="4189729" y="6163032"/>
                    <a:pt x="4209542" y="6144643"/>
                    <a:pt x="4229189" y="6125914"/>
                  </a:cubicBezTo>
                  <a:cubicBezTo>
                    <a:pt x="4387326" y="5978255"/>
                    <a:pt x="4528049" y="5812977"/>
                    <a:pt x="4652064" y="5641457"/>
                  </a:cubicBezTo>
                  <a:lnTo>
                    <a:pt x="4697555" y="5576516"/>
                  </a:lnTo>
                  <a:lnTo>
                    <a:pt x="4720492" y="5544537"/>
                  </a:lnTo>
                  <a:cubicBezTo>
                    <a:pt x="4728246" y="5533956"/>
                    <a:pt x="4734819" y="5522469"/>
                    <a:pt x="4741922" y="5511420"/>
                  </a:cubicBezTo>
                  <a:lnTo>
                    <a:pt x="4784179" y="5445022"/>
                  </a:lnTo>
                  <a:cubicBezTo>
                    <a:pt x="4787730" y="5439497"/>
                    <a:pt x="4791161" y="5433940"/>
                    <a:pt x="4794796" y="5428584"/>
                  </a:cubicBezTo>
                  <a:cubicBezTo>
                    <a:pt x="4798637" y="5423432"/>
                    <a:pt x="4803091" y="5418884"/>
                    <a:pt x="4807173" y="5413795"/>
                  </a:cubicBezTo>
                  <a:cubicBezTo>
                    <a:pt x="4815384" y="5403926"/>
                    <a:pt x="4822656" y="5393214"/>
                    <a:pt x="4830010" y="5382674"/>
                  </a:cubicBezTo>
                  <a:lnTo>
                    <a:pt x="4874298" y="5319323"/>
                  </a:lnTo>
                  <a:lnTo>
                    <a:pt x="4896484" y="5287734"/>
                  </a:lnTo>
                  <a:cubicBezTo>
                    <a:pt x="4903839" y="5277191"/>
                    <a:pt x="4911520" y="5266885"/>
                    <a:pt x="4918019" y="5255673"/>
                  </a:cubicBezTo>
                  <a:lnTo>
                    <a:pt x="4999238" y="5124058"/>
                  </a:lnTo>
                  <a:cubicBezTo>
                    <a:pt x="5102559" y="4945225"/>
                    <a:pt x="5185787" y="4753943"/>
                    <a:pt x="5251271" y="4554965"/>
                  </a:cubicBezTo>
                  <a:cubicBezTo>
                    <a:pt x="5259371" y="4530051"/>
                    <a:pt x="5268846" y="4505799"/>
                    <a:pt x="5276136" y="4480521"/>
                  </a:cubicBezTo>
                  <a:lnTo>
                    <a:pt x="5297442" y="4404389"/>
                  </a:lnTo>
                  <a:lnTo>
                    <a:pt x="5318953" y="4328458"/>
                  </a:lnTo>
                  <a:cubicBezTo>
                    <a:pt x="5322895" y="4315679"/>
                    <a:pt x="5325929" y="4303390"/>
                    <a:pt x="5328684" y="4291175"/>
                  </a:cubicBezTo>
                  <a:lnTo>
                    <a:pt x="5337470" y="4254522"/>
                  </a:lnTo>
                  <a:cubicBezTo>
                    <a:pt x="5343899" y="4230045"/>
                    <a:pt x="5348129" y="4205565"/>
                    <a:pt x="5353277" y="4181038"/>
                  </a:cubicBezTo>
                  <a:cubicBezTo>
                    <a:pt x="5358786" y="4156608"/>
                    <a:pt x="5362533" y="4132000"/>
                    <a:pt x="5366762" y="4107520"/>
                  </a:cubicBezTo>
                  <a:cubicBezTo>
                    <a:pt x="5368877" y="4095280"/>
                    <a:pt x="5371390" y="4083000"/>
                    <a:pt x="5373105" y="4070802"/>
                  </a:cubicBezTo>
                  <a:lnTo>
                    <a:pt x="5378288" y="4034066"/>
                  </a:lnTo>
                  <a:lnTo>
                    <a:pt x="5383471" y="3997331"/>
                  </a:lnTo>
                  <a:lnTo>
                    <a:pt x="5387373" y="3960547"/>
                  </a:lnTo>
                  <a:cubicBezTo>
                    <a:pt x="5408513" y="3764258"/>
                    <a:pt x="5404752" y="3567184"/>
                    <a:pt x="5375699" y="3369810"/>
                  </a:cubicBezTo>
                  <a:cubicBezTo>
                    <a:pt x="5347044" y="3172396"/>
                    <a:pt x="5293473" y="2975222"/>
                    <a:pt x="5225695" y="2777923"/>
                  </a:cubicBezTo>
                  <a:cubicBezTo>
                    <a:pt x="5157675" y="2580560"/>
                    <a:pt x="5075729" y="2382997"/>
                    <a:pt x="4989893" y="2181595"/>
                  </a:cubicBezTo>
                  <a:lnTo>
                    <a:pt x="4856777" y="1872581"/>
                  </a:lnTo>
                  <a:cubicBezTo>
                    <a:pt x="4811108" y="1763784"/>
                    <a:pt x="4768691" y="1655416"/>
                    <a:pt x="4729367" y="1547581"/>
                  </a:cubicBezTo>
                  <a:cubicBezTo>
                    <a:pt x="4650320" y="1331954"/>
                    <a:pt x="4585048" y="1118545"/>
                    <a:pt x="4510575" y="917244"/>
                  </a:cubicBezTo>
                  <a:cubicBezTo>
                    <a:pt x="4473339" y="816594"/>
                    <a:pt x="4433491" y="718925"/>
                    <a:pt x="4387446" y="626512"/>
                  </a:cubicBezTo>
                  <a:cubicBezTo>
                    <a:pt x="4341559" y="533993"/>
                    <a:pt x="4289352" y="446701"/>
                    <a:pt x="4227716" y="368510"/>
                  </a:cubicBezTo>
                  <a:cubicBezTo>
                    <a:pt x="4166554" y="290006"/>
                    <a:pt x="4096194" y="220222"/>
                    <a:pt x="4017774" y="161674"/>
                  </a:cubicBezTo>
                  <a:cubicBezTo>
                    <a:pt x="3939391" y="102989"/>
                    <a:pt x="3853034" y="55709"/>
                    <a:pt x="3761542" y="19860"/>
                  </a:cubicBezTo>
                  <a:lnTo>
                    <a:pt x="3727185" y="6533"/>
                  </a:lnTo>
                  <a:close/>
                  <a:moveTo>
                    <a:pt x="1325680" y="0"/>
                  </a:moveTo>
                  <a:lnTo>
                    <a:pt x="2347354" y="0"/>
                  </a:lnTo>
                  <a:lnTo>
                    <a:pt x="2262734" y="20581"/>
                  </a:lnTo>
                  <a:cubicBezTo>
                    <a:pt x="2164073" y="49233"/>
                    <a:pt x="2066423" y="82020"/>
                    <a:pt x="1969830" y="118108"/>
                  </a:cubicBezTo>
                  <a:cubicBezTo>
                    <a:pt x="1945675" y="127092"/>
                    <a:pt x="1921391" y="135598"/>
                    <a:pt x="1897367" y="145059"/>
                  </a:cubicBezTo>
                  <a:cubicBezTo>
                    <a:pt x="1873522" y="155302"/>
                    <a:pt x="1849679" y="165546"/>
                    <a:pt x="1825860" y="175210"/>
                  </a:cubicBezTo>
                  <a:lnTo>
                    <a:pt x="1754258" y="204746"/>
                  </a:lnTo>
                  <a:lnTo>
                    <a:pt x="1683442" y="237143"/>
                  </a:lnTo>
                  <a:cubicBezTo>
                    <a:pt x="1659851" y="247896"/>
                    <a:pt x="1636127" y="258172"/>
                    <a:pt x="1612330" y="268724"/>
                  </a:cubicBezTo>
                  <a:lnTo>
                    <a:pt x="1542244" y="303229"/>
                  </a:lnTo>
                  <a:lnTo>
                    <a:pt x="1471990" y="337395"/>
                  </a:lnTo>
                  <a:cubicBezTo>
                    <a:pt x="1448660" y="349103"/>
                    <a:pt x="1425927" y="362441"/>
                    <a:pt x="1402813" y="374794"/>
                  </a:cubicBezTo>
                  <a:lnTo>
                    <a:pt x="1333886" y="412702"/>
                  </a:lnTo>
                  <a:cubicBezTo>
                    <a:pt x="1310940" y="425394"/>
                    <a:pt x="1288842" y="440228"/>
                    <a:pt x="1266278" y="453907"/>
                  </a:cubicBezTo>
                  <a:lnTo>
                    <a:pt x="1199136" y="496266"/>
                  </a:lnTo>
                  <a:lnTo>
                    <a:pt x="1182302" y="506917"/>
                  </a:lnTo>
                  <a:lnTo>
                    <a:pt x="1166009" y="518449"/>
                  </a:lnTo>
                  <a:lnTo>
                    <a:pt x="1133302" y="541479"/>
                  </a:lnTo>
                  <a:lnTo>
                    <a:pt x="1067923" y="587403"/>
                  </a:lnTo>
                  <a:lnTo>
                    <a:pt x="1051509" y="598902"/>
                  </a:lnTo>
                  <a:lnTo>
                    <a:pt x="1035673" y="611145"/>
                  </a:lnTo>
                  <a:lnTo>
                    <a:pt x="1003878" y="635598"/>
                  </a:lnTo>
                  <a:cubicBezTo>
                    <a:pt x="961473" y="668248"/>
                    <a:pt x="918407" y="699983"/>
                    <a:pt x="877673" y="735582"/>
                  </a:cubicBezTo>
                  <a:cubicBezTo>
                    <a:pt x="711850" y="872792"/>
                    <a:pt x="555901" y="1026776"/>
                    <a:pt x="417533" y="1198720"/>
                  </a:cubicBezTo>
                  <a:cubicBezTo>
                    <a:pt x="278999" y="1370325"/>
                    <a:pt x="156917" y="1557820"/>
                    <a:pt x="54935" y="1756293"/>
                  </a:cubicBezTo>
                  <a:lnTo>
                    <a:pt x="17844" y="1831433"/>
                  </a:lnTo>
                  <a:lnTo>
                    <a:pt x="0" y="1869131"/>
                  </a:lnTo>
                  <a:lnTo>
                    <a:pt x="0" y="1198550"/>
                  </a:lnTo>
                  <a:lnTo>
                    <a:pt x="185957" y="961506"/>
                  </a:lnTo>
                  <a:cubicBezTo>
                    <a:pt x="342426" y="776600"/>
                    <a:pt x="509755" y="602849"/>
                    <a:pt x="689746" y="447064"/>
                  </a:cubicBezTo>
                  <a:cubicBezTo>
                    <a:pt x="733932" y="406795"/>
                    <a:pt x="780859" y="370795"/>
                    <a:pt x="827126" y="333881"/>
                  </a:cubicBezTo>
                  <a:cubicBezTo>
                    <a:pt x="872886" y="295949"/>
                    <a:pt x="921195" y="262526"/>
                    <a:pt x="968997" y="228085"/>
                  </a:cubicBezTo>
                  <a:lnTo>
                    <a:pt x="1004883" y="202373"/>
                  </a:lnTo>
                  <a:lnTo>
                    <a:pt x="1022826" y="189517"/>
                  </a:lnTo>
                  <a:lnTo>
                    <a:pt x="1041187" y="177509"/>
                  </a:lnTo>
                  <a:lnTo>
                    <a:pt x="1114760" y="129512"/>
                  </a:lnTo>
                  <a:cubicBezTo>
                    <a:pt x="1139435" y="113750"/>
                    <a:pt x="1163439" y="96630"/>
                    <a:pt x="1188498" y="81854"/>
                  </a:cubicBezTo>
                  <a:lnTo>
                    <a:pt x="1263461" y="36880"/>
                  </a:ln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01D44A9-1D51-461B-A228-06F6C500B0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05" y="-369"/>
              <a:ext cx="6055600" cy="6858000"/>
            </a:xfrm>
            <a:custGeom>
              <a:avLst/>
              <a:gdLst>
                <a:gd name="connsiteX0" fmla="*/ 0 w 6055600"/>
                <a:gd name="connsiteY0" fmla="*/ 5960220 h 6858000"/>
                <a:gd name="connsiteX1" fmla="*/ 36039 w 6055600"/>
                <a:gd name="connsiteY1" fmla="*/ 6002605 h 6858000"/>
                <a:gd name="connsiteX2" fmla="*/ 92950 w 6055600"/>
                <a:gd name="connsiteY2" fmla="*/ 6059050 h 6858000"/>
                <a:gd name="connsiteX3" fmla="*/ 153706 w 6055600"/>
                <a:gd name="connsiteY3" fmla="*/ 6111427 h 6858000"/>
                <a:gd name="connsiteX4" fmla="*/ 216806 w 6055600"/>
                <a:gd name="connsiteY4" fmla="*/ 6161603 h 6858000"/>
                <a:gd name="connsiteX5" fmla="*/ 281945 w 6055600"/>
                <a:gd name="connsiteY5" fmla="*/ 6209777 h 6858000"/>
                <a:gd name="connsiteX6" fmla="*/ 553337 w 6055600"/>
                <a:gd name="connsiteY6" fmla="*/ 6391500 h 6858000"/>
                <a:gd name="connsiteX7" fmla="*/ 690543 w 6055600"/>
                <a:gd name="connsiteY7" fmla="*/ 6481634 h 6858000"/>
                <a:gd name="connsiteX8" fmla="*/ 827127 w 6055600"/>
                <a:gd name="connsiteY8" fmla="*/ 6573159 h 6858000"/>
                <a:gd name="connsiteX9" fmla="*/ 1095915 w 6055600"/>
                <a:gd name="connsiteY9" fmla="*/ 6762202 h 6858000"/>
                <a:gd name="connsiteX10" fmla="*/ 1224853 w 6055600"/>
                <a:gd name="connsiteY10" fmla="*/ 6858000 h 6858000"/>
                <a:gd name="connsiteX11" fmla="*/ 1154072 w 6055600"/>
                <a:gd name="connsiteY11" fmla="*/ 6858000 h 6858000"/>
                <a:gd name="connsiteX12" fmla="*/ 1073489 w 6055600"/>
                <a:gd name="connsiteY12" fmla="*/ 6799140 h 6858000"/>
                <a:gd name="connsiteX13" fmla="*/ 800175 w 6055600"/>
                <a:gd name="connsiteY13" fmla="*/ 6620441 h 6858000"/>
                <a:gd name="connsiteX14" fmla="*/ 231518 w 6055600"/>
                <a:gd name="connsiteY14" fmla="*/ 6299323 h 6858000"/>
                <a:gd name="connsiteX15" fmla="*/ 160401 w 6055600"/>
                <a:gd name="connsiteY15" fmla="*/ 6256627 h 6858000"/>
                <a:gd name="connsiteX16" fmla="*/ 89697 w 6055600"/>
                <a:gd name="connsiteY16" fmla="*/ 6211916 h 6858000"/>
                <a:gd name="connsiteX17" fmla="*/ 20148 w 6055600"/>
                <a:gd name="connsiteY17" fmla="*/ 6163835 h 6858000"/>
                <a:gd name="connsiteX18" fmla="*/ 0 w 6055600"/>
                <a:gd name="connsiteY18" fmla="*/ 6147796 h 6858000"/>
                <a:gd name="connsiteX19" fmla="*/ 3748345 w 6055600"/>
                <a:gd name="connsiteY19" fmla="*/ 0 h 6858000"/>
                <a:gd name="connsiteX20" fmla="*/ 4277792 w 6055600"/>
                <a:gd name="connsiteY20" fmla="*/ 0 h 6858000"/>
                <a:gd name="connsiteX21" fmla="*/ 4339531 w 6055600"/>
                <a:gd name="connsiteY21" fmla="*/ 40262 h 6858000"/>
                <a:gd name="connsiteX22" fmla="*/ 4476306 w 6055600"/>
                <a:gd name="connsiteY22" fmla="*/ 153922 h 6858000"/>
                <a:gd name="connsiteX23" fmla="*/ 4713639 w 6055600"/>
                <a:gd name="connsiteY23" fmla="*/ 422076 h 6858000"/>
                <a:gd name="connsiteX24" fmla="*/ 4906991 w 6055600"/>
                <a:gd name="connsiteY24" fmla="*/ 723463 h 6858000"/>
                <a:gd name="connsiteX25" fmla="*/ 5070511 w 6055600"/>
                <a:gd name="connsiteY25" fmla="*/ 1037524 h 6858000"/>
                <a:gd name="connsiteX26" fmla="*/ 5219493 w 6055600"/>
                <a:gd name="connsiteY26" fmla="*/ 1352079 h 6858000"/>
                <a:gd name="connsiteX27" fmla="*/ 5367779 w 6055600"/>
                <a:gd name="connsiteY27" fmla="*/ 1658945 h 6858000"/>
                <a:gd name="connsiteX28" fmla="*/ 5446095 w 6055600"/>
                <a:gd name="connsiteY28" fmla="*/ 1811301 h 6858000"/>
                <a:gd name="connsiteX29" fmla="*/ 5525115 w 6055600"/>
                <a:gd name="connsiteY29" fmla="*/ 1967103 h 6858000"/>
                <a:gd name="connsiteX30" fmla="*/ 5816642 w 6055600"/>
                <a:gd name="connsiteY30" fmla="*/ 2618837 h 6858000"/>
                <a:gd name="connsiteX31" fmla="*/ 6015787 w 6055600"/>
                <a:gd name="connsiteY31" fmla="*/ 3339957 h 6858000"/>
                <a:gd name="connsiteX32" fmla="*/ 6054206 w 6055600"/>
                <a:gd name="connsiteY32" fmla="*/ 3727239 h 6858000"/>
                <a:gd name="connsiteX33" fmla="*/ 6039811 w 6055600"/>
                <a:gd name="connsiteY33" fmla="*/ 4122735 h 6858000"/>
                <a:gd name="connsiteX34" fmla="*/ 5971601 w 6055600"/>
                <a:gd name="connsiteY34" fmla="*/ 4514288 h 6858000"/>
                <a:gd name="connsiteX35" fmla="*/ 5946751 w 6055600"/>
                <a:gd name="connsiteY35" fmla="*/ 4609838 h 6858000"/>
                <a:gd name="connsiteX36" fmla="*/ 5919986 w 6055600"/>
                <a:gd name="connsiteY36" fmla="*/ 4703178 h 6858000"/>
                <a:gd name="connsiteX37" fmla="*/ 5890731 w 6055600"/>
                <a:gd name="connsiteY37" fmla="*/ 4795992 h 6858000"/>
                <a:gd name="connsiteX38" fmla="*/ 5859058 w 6055600"/>
                <a:gd name="connsiteY38" fmla="*/ 4888015 h 6858000"/>
                <a:gd name="connsiteX39" fmla="*/ 5525053 w 6055600"/>
                <a:gd name="connsiteY39" fmla="*/ 5588449 h 6858000"/>
                <a:gd name="connsiteX40" fmla="*/ 5058962 w 6055600"/>
                <a:gd name="connsiteY40" fmla="*/ 6189929 h 6858000"/>
                <a:gd name="connsiteX41" fmla="*/ 4787706 w 6055600"/>
                <a:gd name="connsiteY41" fmla="*/ 6442985 h 6858000"/>
                <a:gd name="connsiteX42" fmla="*/ 4498686 w 6055600"/>
                <a:gd name="connsiteY42" fmla="*/ 6663678 h 6858000"/>
                <a:gd name="connsiteX43" fmla="*/ 4197167 w 6055600"/>
                <a:gd name="connsiteY43" fmla="*/ 6854053 h 6858000"/>
                <a:gd name="connsiteX44" fmla="*/ 4189720 w 6055600"/>
                <a:gd name="connsiteY44" fmla="*/ 6858000 h 6858000"/>
                <a:gd name="connsiteX45" fmla="*/ 3651929 w 6055600"/>
                <a:gd name="connsiteY45" fmla="*/ 6858000 h 6858000"/>
                <a:gd name="connsiteX46" fmla="*/ 3789040 w 6055600"/>
                <a:gd name="connsiteY46" fmla="*/ 6778034 h 6858000"/>
                <a:gd name="connsiteX47" fmla="*/ 4335568 w 6055600"/>
                <a:gd name="connsiteY47" fmla="*/ 6382709 h 6858000"/>
                <a:gd name="connsiteX48" fmla="*/ 4586923 w 6055600"/>
                <a:gd name="connsiteY48" fmla="*/ 6158577 h 6858000"/>
                <a:gd name="connsiteX49" fmla="*/ 4819585 w 6055600"/>
                <a:gd name="connsiteY49" fmla="*/ 5915847 h 6858000"/>
                <a:gd name="connsiteX50" fmla="*/ 5214727 w 6055600"/>
                <a:gd name="connsiteY50" fmla="*/ 5371094 h 6858000"/>
                <a:gd name="connsiteX51" fmla="*/ 5495409 w 6055600"/>
                <a:gd name="connsiteY51" fmla="*/ 4752778 h 6858000"/>
                <a:gd name="connsiteX52" fmla="*/ 5522322 w 6055600"/>
                <a:gd name="connsiteY52" fmla="*/ 4671511 h 6858000"/>
                <a:gd name="connsiteX53" fmla="*/ 5547631 w 6055600"/>
                <a:gd name="connsiteY53" fmla="*/ 4589675 h 6858000"/>
                <a:gd name="connsiteX54" fmla="*/ 5570792 w 6055600"/>
                <a:gd name="connsiteY54" fmla="*/ 4506978 h 6858000"/>
                <a:gd name="connsiteX55" fmla="*/ 5591541 w 6055600"/>
                <a:gd name="connsiteY55" fmla="*/ 4425334 h 6858000"/>
                <a:gd name="connsiteX56" fmla="*/ 5649500 w 6055600"/>
                <a:gd name="connsiteY56" fmla="*/ 4097286 h 6858000"/>
                <a:gd name="connsiteX57" fmla="*/ 5637615 w 6055600"/>
                <a:gd name="connsiteY57" fmla="*/ 3437524 h 6858000"/>
                <a:gd name="connsiteX58" fmla="*/ 5475454 w 6055600"/>
                <a:gd name="connsiteY58" fmla="*/ 2791575 h 6858000"/>
                <a:gd name="connsiteX59" fmla="*/ 5217600 w 6055600"/>
                <a:gd name="connsiteY59" fmla="*/ 2164719 h 6858000"/>
                <a:gd name="connsiteX60" fmla="*/ 5144941 w 6055600"/>
                <a:gd name="connsiteY60" fmla="*/ 2009490 h 6858000"/>
                <a:gd name="connsiteX61" fmla="*/ 5070052 w 6055600"/>
                <a:gd name="connsiteY61" fmla="*/ 1851823 h 6858000"/>
                <a:gd name="connsiteX62" fmla="*/ 4926984 w 6055600"/>
                <a:gd name="connsiteY62" fmla="*/ 1529226 h 6858000"/>
                <a:gd name="connsiteX63" fmla="*/ 4790925 w 6055600"/>
                <a:gd name="connsiteY63" fmla="*/ 1209923 h 6858000"/>
                <a:gd name="connsiteX64" fmla="*/ 4650559 w 6055600"/>
                <a:gd name="connsiteY64" fmla="*/ 902490 h 6858000"/>
                <a:gd name="connsiteX65" fmla="*/ 4491930 w 6055600"/>
                <a:gd name="connsiteY65" fmla="*/ 616919 h 6858000"/>
                <a:gd name="connsiteX66" fmla="*/ 4302323 w 6055600"/>
                <a:gd name="connsiteY66" fmla="*/ 366083 h 6858000"/>
                <a:gd name="connsiteX67" fmla="*/ 4072203 w 6055600"/>
                <a:gd name="connsiteY67" fmla="*/ 164982 h 6858000"/>
                <a:gd name="connsiteX68" fmla="*/ 3803964 w 6055600"/>
                <a:gd name="connsiteY68" fmla="*/ 21052 h 6858000"/>
                <a:gd name="connsiteX69" fmla="*/ 3768314 w 6055600"/>
                <a:gd name="connsiteY69" fmla="*/ 6826 h 6858000"/>
                <a:gd name="connsiteX70" fmla="*/ 1589779 w 6055600"/>
                <a:gd name="connsiteY70" fmla="*/ 0 h 6858000"/>
                <a:gd name="connsiteX71" fmla="*/ 1918056 w 6055600"/>
                <a:gd name="connsiteY71" fmla="*/ 0 h 6858000"/>
                <a:gd name="connsiteX72" fmla="*/ 1764243 w 6055600"/>
                <a:gd name="connsiteY72" fmla="*/ 55145 h 6858000"/>
                <a:gd name="connsiteX73" fmla="*/ 1313330 w 6055600"/>
                <a:gd name="connsiteY73" fmla="*/ 274424 h 6858000"/>
                <a:gd name="connsiteX74" fmla="*/ 295673 w 6055600"/>
                <a:gd name="connsiteY74" fmla="*/ 1187630 h 6858000"/>
                <a:gd name="connsiteX75" fmla="*/ 96207 w 6055600"/>
                <a:gd name="connsiteY75" fmla="*/ 1474327 h 6858000"/>
                <a:gd name="connsiteX76" fmla="*/ 0 w 6055600"/>
                <a:gd name="connsiteY76" fmla="*/ 1641460 h 6858000"/>
                <a:gd name="connsiteX77" fmla="*/ 0 w 6055600"/>
                <a:gd name="connsiteY77" fmla="*/ 1224218 h 6858000"/>
                <a:gd name="connsiteX78" fmla="*/ 150937 w 6055600"/>
                <a:gd name="connsiteY78" fmla="*/ 1040975 h 6858000"/>
                <a:gd name="connsiteX79" fmla="*/ 1264907 w 6055600"/>
                <a:gd name="connsiteY79" fmla="*/ 158248 h 6858000"/>
                <a:gd name="connsiteX80" fmla="*/ 1575167 w 6055600"/>
                <a:gd name="connsiteY80" fmla="*/ 5677 h 68580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6055600" h="6858000">
                  <a:moveTo>
                    <a:pt x="0" y="5960220"/>
                  </a:moveTo>
                  <a:lnTo>
                    <a:pt x="36039" y="6002605"/>
                  </a:lnTo>
                  <a:cubicBezTo>
                    <a:pt x="54896" y="6021530"/>
                    <a:pt x="73635" y="6040425"/>
                    <a:pt x="92950" y="6059050"/>
                  </a:cubicBezTo>
                  <a:lnTo>
                    <a:pt x="153706" y="6111427"/>
                  </a:lnTo>
                  <a:cubicBezTo>
                    <a:pt x="173546" y="6129485"/>
                    <a:pt x="195722" y="6144912"/>
                    <a:pt x="216806" y="6161603"/>
                  </a:cubicBezTo>
                  <a:cubicBezTo>
                    <a:pt x="238229" y="6177961"/>
                    <a:pt x="259466" y="6194551"/>
                    <a:pt x="281945" y="6209777"/>
                  </a:cubicBezTo>
                  <a:cubicBezTo>
                    <a:pt x="369940" y="6272709"/>
                    <a:pt x="461791" y="6332004"/>
                    <a:pt x="553337" y="6391500"/>
                  </a:cubicBezTo>
                  <a:lnTo>
                    <a:pt x="690543" y="6481634"/>
                  </a:lnTo>
                  <a:lnTo>
                    <a:pt x="827127" y="6573159"/>
                  </a:lnTo>
                  <a:cubicBezTo>
                    <a:pt x="917674" y="6634511"/>
                    <a:pt x="1007156" y="6697737"/>
                    <a:pt x="1095915" y="6762202"/>
                  </a:cubicBezTo>
                  <a:lnTo>
                    <a:pt x="1224853" y="6858000"/>
                  </a:lnTo>
                  <a:lnTo>
                    <a:pt x="1154072" y="6858000"/>
                  </a:lnTo>
                  <a:lnTo>
                    <a:pt x="1073489" y="6799140"/>
                  </a:lnTo>
                  <a:cubicBezTo>
                    <a:pt x="983882" y="6736908"/>
                    <a:pt x="892851" y="6677125"/>
                    <a:pt x="800175" y="6620441"/>
                  </a:cubicBezTo>
                  <a:cubicBezTo>
                    <a:pt x="615108" y="6506015"/>
                    <a:pt x="422939" y="6407807"/>
                    <a:pt x="231518" y="6299323"/>
                  </a:cubicBezTo>
                  <a:cubicBezTo>
                    <a:pt x="207467" y="6286226"/>
                    <a:pt x="184098" y="6271045"/>
                    <a:pt x="160401" y="6256627"/>
                  </a:cubicBezTo>
                  <a:cubicBezTo>
                    <a:pt x="136809" y="6241811"/>
                    <a:pt x="112558" y="6228518"/>
                    <a:pt x="89697" y="6211916"/>
                  </a:cubicBezTo>
                  <a:lnTo>
                    <a:pt x="20148" y="6163835"/>
                  </a:lnTo>
                  <a:lnTo>
                    <a:pt x="0" y="6147796"/>
                  </a:lnTo>
                  <a:close/>
                  <a:moveTo>
                    <a:pt x="3748345" y="0"/>
                  </a:moveTo>
                  <a:lnTo>
                    <a:pt x="4277792" y="0"/>
                  </a:lnTo>
                  <a:lnTo>
                    <a:pt x="4339531" y="40262"/>
                  </a:lnTo>
                  <a:cubicBezTo>
                    <a:pt x="4386991" y="75346"/>
                    <a:pt x="4432680" y="113353"/>
                    <a:pt x="4476306" y="153922"/>
                  </a:cubicBezTo>
                  <a:cubicBezTo>
                    <a:pt x="4563779" y="234693"/>
                    <a:pt x="4642423" y="325982"/>
                    <a:pt x="4713639" y="422076"/>
                  </a:cubicBezTo>
                  <a:cubicBezTo>
                    <a:pt x="4784481" y="518635"/>
                    <a:pt x="4848552" y="619893"/>
                    <a:pt x="4906991" y="723463"/>
                  </a:cubicBezTo>
                  <a:cubicBezTo>
                    <a:pt x="4965582" y="826932"/>
                    <a:pt x="5019421" y="932243"/>
                    <a:pt x="5070511" y="1037524"/>
                  </a:cubicBezTo>
                  <a:cubicBezTo>
                    <a:pt x="5121871" y="1142738"/>
                    <a:pt x="5170833" y="1248016"/>
                    <a:pt x="5219493" y="1352079"/>
                  </a:cubicBezTo>
                  <a:cubicBezTo>
                    <a:pt x="5268459" y="1455943"/>
                    <a:pt x="5317204" y="1558756"/>
                    <a:pt x="5367779" y="1658945"/>
                  </a:cubicBezTo>
                  <a:lnTo>
                    <a:pt x="5446095" y="1811301"/>
                  </a:lnTo>
                  <a:cubicBezTo>
                    <a:pt x="5472584" y="1862992"/>
                    <a:pt x="5498885" y="1914915"/>
                    <a:pt x="5525115" y="1967103"/>
                  </a:cubicBezTo>
                  <a:cubicBezTo>
                    <a:pt x="5629428" y="2176256"/>
                    <a:pt x="5730254" y="2391411"/>
                    <a:pt x="5816642" y="2618837"/>
                  </a:cubicBezTo>
                  <a:cubicBezTo>
                    <a:pt x="5902562" y="2846137"/>
                    <a:pt x="5974641" y="3086291"/>
                    <a:pt x="6015787" y="3339957"/>
                  </a:cubicBezTo>
                  <a:cubicBezTo>
                    <a:pt x="6036373" y="3466512"/>
                    <a:pt x="6050262" y="3596084"/>
                    <a:pt x="6054206" y="3727239"/>
                  </a:cubicBezTo>
                  <a:cubicBezTo>
                    <a:pt x="6058266" y="3858425"/>
                    <a:pt x="6053460" y="3990915"/>
                    <a:pt x="6039811" y="4122735"/>
                  </a:cubicBezTo>
                  <a:cubicBezTo>
                    <a:pt x="6026397" y="4254618"/>
                    <a:pt x="6002552" y="4385688"/>
                    <a:pt x="5971601" y="4514288"/>
                  </a:cubicBezTo>
                  <a:cubicBezTo>
                    <a:pt x="5963342" y="4546050"/>
                    <a:pt x="5955885" y="4579019"/>
                    <a:pt x="5946751" y="4609838"/>
                  </a:cubicBezTo>
                  <a:lnTo>
                    <a:pt x="5919986" y="4703178"/>
                  </a:lnTo>
                  <a:lnTo>
                    <a:pt x="5890731" y="4795992"/>
                  </a:lnTo>
                  <a:cubicBezTo>
                    <a:pt x="5880825" y="4826888"/>
                    <a:pt x="5869667" y="4857307"/>
                    <a:pt x="5859058" y="4888015"/>
                  </a:cubicBezTo>
                  <a:cubicBezTo>
                    <a:pt x="5772112" y="5132558"/>
                    <a:pt x="5660551" y="5369373"/>
                    <a:pt x="5525053" y="5588449"/>
                  </a:cubicBezTo>
                  <a:cubicBezTo>
                    <a:pt x="5389674" y="5807557"/>
                    <a:pt x="5232835" y="6010440"/>
                    <a:pt x="5058962" y="6189929"/>
                  </a:cubicBezTo>
                  <a:cubicBezTo>
                    <a:pt x="4972125" y="6279771"/>
                    <a:pt x="4880998" y="6363650"/>
                    <a:pt x="4787706" y="6442985"/>
                  </a:cubicBezTo>
                  <a:cubicBezTo>
                    <a:pt x="4693655" y="6521410"/>
                    <a:pt x="4597439" y="6595290"/>
                    <a:pt x="4498686" y="6663678"/>
                  </a:cubicBezTo>
                  <a:cubicBezTo>
                    <a:pt x="4399893" y="6731984"/>
                    <a:pt x="4299240" y="6795191"/>
                    <a:pt x="4197167" y="6854053"/>
                  </a:cubicBezTo>
                  <a:lnTo>
                    <a:pt x="4189720" y="6858000"/>
                  </a:lnTo>
                  <a:lnTo>
                    <a:pt x="3651929" y="6858000"/>
                  </a:lnTo>
                  <a:lnTo>
                    <a:pt x="3789040" y="6778034"/>
                  </a:lnTo>
                  <a:cubicBezTo>
                    <a:pt x="3978462" y="6656931"/>
                    <a:pt x="4162446" y="6525734"/>
                    <a:pt x="4335568" y="6382709"/>
                  </a:cubicBezTo>
                  <a:cubicBezTo>
                    <a:pt x="4422084" y="6310901"/>
                    <a:pt x="4506335" y="6236787"/>
                    <a:pt x="4586923" y="6158577"/>
                  </a:cubicBezTo>
                  <a:cubicBezTo>
                    <a:pt x="4668153" y="6081248"/>
                    <a:pt x="4745649" y="6000086"/>
                    <a:pt x="4819585" y="5915847"/>
                  </a:cubicBezTo>
                  <a:cubicBezTo>
                    <a:pt x="4967573" y="5747401"/>
                    <a:pt x="5101426" y="5566247"/>
                    <a:pt x="5214727" y="5371094"/>
                  </a:cubicBezTo>
                  <a:cubicBezTo>
                    <a:pt x="5327795" y="5175879"/>
                    <a:pt x="5421090" y="4968427"/>
                    <a:pt x="5495409" y="4752778"/>
                  </a:cubicBezTo>
                  <a:cubicBezTo>
                    <a:pt x="5504291" y="4725712"/>
                    <a:pt x="5513872" y="4698834"/>
                    <a:pt x="5522322" y="4671511"/>
                  </a:cubicBezTo>
                  <a:lnTo>
                    <a:pt x="5547631" y="4589675"/>
                  </a:lnTo>
                  <a:lnTo>
                    <a:pt x="5570792" y="4506978"/>
                  </a:lnTo>
                  <a:cubicBezTo>
                    <a:pt x="5578845" y="4479265"/>
                    <a:pt x="5584485" y="4452605"/>
                    <a:pt x="5591541" y="4425334"/>
                  </a:cubicBezTo>
                  <a:cubicBezTo>
                    <a:pt x="5618002" y="4316765"/>
                    <a:pt x="5636850" y="4207148"/>
                    <a:pt x="5649500" y="4097286"/>
                  </a:cubicBezTo>
                  <a:cubicBezTo>
                    <a:pt x="5674602" y="3877368"/>
                    <a:pt x="5668749" y="3656091"/>
                    <a:pt x="5637615" y="3437524"/>
                  </a:cubicBezTo>
                  <a:cubicBezTo>
                    <a:pt x="5605861" y="3218934"/>
                    <a:pt x="5549060" y="3003118"/>
                    <a:pt x="5475454" y="2791575"/>
                  </a:cubicBezTo>
                  <a:cubicBezTo>
                    <a:pt x="5402070" y="2579668"/>
                    <a:pt x="5313111" y="2371656"/>
                    <a:pt x="5217600" y="2164719"/>
                  </a:cubicBezTo>
                  <a:cubicBezTo>
                    <a:pt x="5193627" y="2112994"/>
                    <a:pt x="5169419" y="2061207"/>
                    <a:pt x="5144941" y="2009490"/>
                  </a:cubicBezTo>
                  <a:lnTo>
                    <a:pt x="5070052" y="1851823"/>
                  </a:lnTo>
                  <a:cubicBezTo>
                    <a:pt x="5020031" y="1744421"/>
                    <a:pt x="4972748" y="1636620"/>
                    <a:pt x="4926984" y="1529226"/>
                  </a:cubicBezTo>
                  <a:lnTo>
                    <a:pt x="4790925" y="1209923"/>
                  </a:lnTo>
                  <a:cubicBezTo>
                    <a:pt x="4745458" y="1105158"/>
                    <a:pt x="4699567" y="1001976"/>
                    <a:pt x="4650559" y="902490"/>
                  </a:cubicBezTo>
                  <a:cubicBezTo>
                    <a:pt x="4601243" y="803205"/>
                    <a:pt x="4549606" y="706978"/>
                    <a:pt x="4491930" y="616919"/>
                  </a:cubicBezTo>
                  <a:cubicBezTo>
                    <a:pt x="4434712" y="526559"/>
                    <a:pt x="4372370" y="441762"/>
                    <a:pt x="4302323" y="366083"/>
                  </a:cubicBezTo>
                  <a:cubicBezTo>
                    <a:pt x="4232428" y="290304"/>
                    <a:pt x="4155542" y="222846"/>
                    <a:pt x="4072203" y="164982"/>
                  </a:cubicBezTo>
                  <a:cubicBezTo>
                    <a:pt x="3988864" y="107118"/>
                    <a:pt x="3898693" y="59316"/>
                    <a:pt x="3803964" y="21052"/>
                  </a:cubicBezTo>
                  <a:lnTo>
                    <a:pt x="3768314" y="6826"/>
                  </a:lnTo>
                  <a:close/>
                  <a:moveTo>
                    <a:pt x="1589779" y="0"/>
                  </a:moveTo>
                  <a:lnTo>
                    <a:pt x="1918056" y="0"/>
                  </a:lnTo>
                  <a:lnTo>
                    <a:pt x="1764243" y="55145"/>
                  </a:lnTo>
                  <a:cubicBezTo>
                    <a:pt x="1609764" y="115414"/>
                    <a:pt x="1458840" y="188978"/>
                    <a:pt x="1313330" y="274424"/>
                  </a:cubicBezTo>
                  <a:cubicBezTo>
                    <a:pt x="924625" y="501532"/>
                    <a:pt x="576885" y="817476"/>
                    <a:pt x="295673" y="1187630"/>
                  </a:cubicBezTo>
                  <a:cubicBezTo>
                    <a:pt x="225216" y="1280162"/>
                    <a:pt x="158640" y="1375858"/>
                    <a:pt x="96207" y="1474327"/>
                  </a:cubicBezTo>
                  <a:lnTo>
                    <a:pt x="0" y="1641460"/>
                  </a:lnTo>
                  <a:lnTo>
                    <a:pt x="0" y="1224218"/>
                  </a:lnTo>
                  <a:lnTo>
                    <a:pt x="150937" y="1040975"/>
                  </a:lnTo>
                  <a:cubicBezTo>
                    <a:pt x="478530" y="677729"/>
                    <a:pt x="858178" y="381092"/>
                    <a:pt x="1264907" y="158248"/>
                  </a:cubicBezTo>
                  <a:cubicBezTo>
                    <a:pt x="1366631" y="102619"/>
                    <a:pt x="1470177" y="51760"/>
                    <a:pt x="1575167" y="5677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" name="Graphic 7" descr="Cricket">
            <a:extLst>
              <a:ext uri="{FF2B5EF4-FFF2-40B4-BE49-F238E27FC236}">
                <a16:creationId xmlns:a16="http://schemas.microsoft.com/office/drawing/2014/main" id="{5D802B76-39F4-E38A-7BDA-0DA7D12B3B0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74437" y="1700784"/>
            <a:ext cx="3785616" cy="3785616"/>
          </a:xfrm>
          <a:prstGeom prst="rect">
            <a:avLst/>
          </a:prstGeom>
        </p:spPr>
      </p:pic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91E7BAA-99E3-0A7E-A2E5-2D39FF1C8D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89579" y="2026215"/>
            <a:ext cx="4987797" cy="374894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>
              <a:buFont typeface="Arial"/>
              <a:buChar char="•"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Complexity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: Cricket outcomes depend on performance, strategies, pitch/weather, and external factors like crowd and home advantage.</a:t>
            </a:r>
            <a:endParaRPr lang="en-US">
              <a:solidFill>
                <a:schemeClr val="tx2"/>
              </a:solidFill>
            </a:endParaRPr>
          </a:p>
          <a:p>
            <a:pPr marL="0" indent="0" algn="just">
              <a:buNone/>
            </a:pPr>
            <a:endParaRPr lang="en-US" sz="1100">
              <a:solidFill>
                <a:schemeClr val="tx2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Unpredictability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: Unlike fixed-parameter sports, cricket's variability makes predictions difficult.</a:t>
            </a:r>
          </a:p>
          <a:p>
            <a:pPr marL="0" indent="0" algn="just">
              <a:buNone/>
            </a:pPr>
            <a:endParaRPr lang="en-US" sz="1050">
              <a:solidFill>
                <a:schemeClr val="tx2"/>
              </a:solidFill>
              <a:ea typeface="+mn-lt"/>
              <a:cs typeface="+mn-lt"/>
            </a:endParaRPr>
          </a:p>
          <a:p>
            <a:pPr algn="just">
              <a:buFont typeface="Arial"/>
              <a:buChar char="•"/>
            </a:pPr>
            <a:r>
              <a:rPr lang="en-US" sz="1800" b="1">
                <a:solidFill>
                  <a:schemeClr val="tx2"/>
                </a:solidFill>
                <a:ea typeface="+mn-lt"/>
                <a:cs typeface="+mn-lt"/>
              </a:rPr>
              <a:t>IPL &amp; T20</a:t>
            </a:r>
            <a:r>
              <a:rPr lang="en-US" sz="1800">
                <a:solidFill>
                  <a:schemeClr val="tx2"/>
                </a:solidFill>
                <a:ea typeface="+mn-lt"/>
                <a:cs typeface="+mn-lt"/>
              </a:rPr>
              <a:t>: Competitive matches with top players and fast-paced T20 format (20 overs) make small errors decisive, requiring a balance of aggression and strategy.</a:t>
            </a:r>
          </a:p>
          <a:p>
            <a:pPr>
              <a:buFont typeface="Arial"/>
            </a:pPr>
            <a:endParaRPr lang="en-US" sz="1800" b="1">
              <a:solidFill>
                <a:schemeClr val="tx2"/>
              </a:solidFill>
              <a:ea typeface="+mn-lt"/>
              <a:cs typeface="+mn-lt"/>
            </a:endParaRPr>
          </a:p>
          <a:p>
            <a:pPr>
              <a:buFont typeface="Arial"/>
            </a:pPr>
            <a:endParaRPr lang="en-US" sz="1800">
              <a:solidFill>
                <a:schemeClr val="tx2"/>
              </a:solidFill>
              <a:ea typeface="+mn-lt"/>
              <a:cs typeface="+mn-lt"/>
            </a:endParaRPr>
          </a:p>
          <a:p>
            <a:pPr marL="0" indent="0">
              <a:buNone/>
            </a:pPr>
            <a:endParaRPr lang="en-US" sz="1800">
              <a:solidFill>
                <a:schemeClr val="tx2"/>
              </a:solidFill>
              <a:ea typeface="+mn-lt"/>
              <a:cs typeface="+mn-lt"/>
            </a:endParaRPr>
          </a:p>
          <a:p>
            <a:endParaRPr lang="en-US" sz="1800">
              <a:solidFill>
                <a:schemeClr val="tx2"/>
              </a:solidFill>
            </a:endParaRPr>
          </a:p>
          <a:p>
            <a:endParaRPr lang="en-US" sz="1800">
              <a:solidFill>
                <a:schemeClr val="tx2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566E742-3421-1166-714D-ED95ED2B5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86229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9" name="Rectangle 38">
            <a:extLst>
              <a:ext uri="{FF2B5EF4-FFF2-40B4-BE49-F238E27FC236}">
                <a16:creationId xmlns:a16="http://schemas.microsoft.com/office/drawing/2014/main" id="{7517A47C-B2E5-4B79-8061-D74B1311AF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Freeform: Shape 40">
            <a:extLst>
              <a:ext uri="{FF2B5EF4-FFF2-40B4-BE49-F238E27FC236}">
                <a16:creationId xmlns:a16="http://schemas.microsoft.com/office/drawing/2014/main" id="{C505E780-2083-4CB5-A42A-5E0E2908EC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FEFEF"/>
            </a:solidFill>
          </a:ln>
          <a:effectLst>
            <a:outerShdw blurRad="889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 useBgFill="1">
        <p:nvSpPr>
          <p:cNvPr id="43" name="Freeform: Shape 42">
            <a:extLst>
              <a:ext uri="{FF2B5EF4-FFF2-40B4-BE49-F238E27FC236}">
                <a16:creationId xmlns:a16="http://schemas.microsoft.com/office/drawing/2014/main" id="{D2C0AE1C-0118-41AE-8A10-7CDCBF10E9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A5DA19-BCEC-BB90-D722-058E3625BF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pPr algn="ctr"/>
            <a:r>
              <a:rPr lang="en-US" sz="4000">
                <a:solidFill>
                  <a:schemeClr val="accent1"/>
                </a:solidFill>
              </a:rPr>
              <a:t>Problem Statement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081528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  <a:ea typeface="Calibri" panose="020F0502020204030204"/>
              <a:cs typeface="Calibri" panose="020F0502020204030204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5BE945B-354C-024B-8A07-C56ABA3271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01100" y="6356350"/>
            <a:ext cx="2743200" cy="365125"/>
          </a:xfrm>
        </p:spPr>
        <p:txBody>
          <a:bodyPr>
            <a:normAutofit/>
          </a:bodyPr>
          <a:lstStyle/>
          <a:p>
            <a:pPr algn="ctr">
              <a:spcAft>
                <a:spcPts val="600"/>
              </a:spcAft>
            </a:pPr>
            <a:fld id="{944FE883-4AC6-394B-8129-6E4BB686DB20}" type="slidenum">
              <a:rPr lang="en-US">
                <a:solidFill>
                  <a:schemeClr val="tx1">
                    <a:lumMod val="50000"/>
                    <a:lumOff val="50000"/>
                  </a:schemeClr>
                </a:solidFill>
              </a:rPr>
              <a:pPr algn="ctr">
                <a:spcAft>
                  <a:spcPts val="600"/>
                </a:spcAft>
              </a:pPr>
              <a:t>6</a:t>
            </a:fld>
            <a:endParaRPr lang="en-US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34" name="Content Placeholder 2">
            <a:extLst>
              <a:ext uri="{FF2B5EF4-FFF2-40B4-BE49-F238E27FC236}">
                <a16:creationId xmlns:a16="http://schemas.microsoft.com/office/drawing/2014/main" id="{86FCEAEF-41FB-2906-BB77-49E8AC30EF7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092099729"/>
              </p:ext>
            </p:extLst>
          </p:nvPr>
        </p:nvGraphicFramePr>
        <p:xfrm>
          <a:off x="5303520" y="676656"/>
          <a:ext cx="6364224" cy="551383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708540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F209C1E-C955-8B60-EDCB-7EFC1539BD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0" name="Rectangle 29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3BA2BD7-B58A-7AAB-6262-9BEA5F7137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0" y="365125"/>
            <a:ext cx="5114057" cy="1450517"/>
          </a:xfrm>
        </p:spPr>
        <p:txBody>
          <a:bodyPr>
            <a:norm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Research Questions</a:t>
            </a:r>
            <a:br>
              <a:rPr lang="en-US" sz="3600">
                <a:solidFill>
                  <a:schemeClr val="accent1"/>
                </a:solidFill>
              </a:rPr>
            </a:br>
            <a:r>
              <a:rPr lang="en-US" sz="3600">
                <a:solidFill>
                  <a:schemeClr val="accent1"/>
                </a:solidFill>
              </a:rPr>
              <a:t>&amp; Hypothesis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 descr="Cricket">
            <a:extLst>
              <a:ext uri="{FF2B5EF4-FFF2-40B4-BE49-F238E27FC236}">
                <a16:creationId xmlns:a16="http://schemas.microsoft.com/office/drawing/2014/main" id="{7E39E17A-5A82-3FFB-A48D-84556E83606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134" y="1918107"/>
            <a:ext cx="3195204" cy="31952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1CB19A-1062-E64D-FF36-D93161039D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2046986"/>
            <a:ext cx="5114057" cy="4493657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 algn="just">
              <a:buNone/>
            </a:pPr>
            <a:r>
              <a:rPr lang="en-US" sz="1600" b="1"/>
              <a:t>How</a:t>
            </a:r>
            <a:r>
              <a:rPr lang="en-US" sz="1600" b="1">
                <a:ea typeface="+mn-lt"/>
                <a:cs typeface="+mn-lt"/>
              </a:rPr>
              <a:t> does winning the toss affect the probability of winning a match?</a:t>
            </a:r>
            <a:endParaRPr lang="en-US" sz="1600">
              <a:ea typeface="+mn-lt"/>
              <a:cs typeface="+mn-lt"/>
            </a:endParaRPr>
          </a:p>
          <a:p>
            <a:pPr algn="just"/>
            <a:r>
              <a:rPr lang="en-US" sz="1600">
                <a:ea typeface="+mn-lt"/>
                <a:cs typeface="+mn-lt"/>
              </a:rPr>
              <a:t>Hypothesis: Winning the toss increases the likelihood of winning by enabling strategic decisions aligned with conditions.</a:t>
            </a:r>
          </a:p>
          <a:p>
            <a:pPr marL="0" indent="0" algn="just">
              <a:buNone/>
            </a:pPr>
            <a:endParaRPr lang="en-US" sz="1600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1600" b="1">
                <a:ea typeface="+mn-lt"/>
                <a:cs typeface="+mn-lt"/>
              </a:rPr>
              <a:t>What is the role of powerplay performance in determining match outcomes?</a:t>
            </a:r>
            <a:endParaRPr lang="en-US" sz="1600"/>
          </a:p>
          <a:p>
            <a:pPr algn="just"/>
            <a:r>
              <a:rPr lang="en-US" sz="1600">
                <a:ea typeface="+mn-lt"/>
                <a:cs typeface="+mn-lt"/>
              </a:rPr>
              <a:t>Hypothesis: Teams with higher runs and fewer wickets lost during powerplays are more likely to win.</a:t>
            </a:r>
          </a:p>
          <a:p>
            <a:pPr algn="just"/>
            <a:endParaRPr lang="en-US" sz="1600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1600" b="1">
                <a:ea typeface="+mn-lt"/>
                <a:cs typeface="+mn-lt"/>
              </a:rPr>
              <a:t>Can individual player metrics predict the Player of the Match award?</a:t>
            </a:r>
            <a:endParaRPr lang="en-US" sz="1600"/>
          </a:p>
          <a:p>
            <a:pPr algn="just"/>
            <a:r>
              <a:rPr lang="en-US" sz="1600">
                <a:ea typeface="+mn-lt"/>
                <a:cs typeface="+mn-lt"/>
              </a:rPr>
              <a:t>Hypothesis: Higher strike rates, economy rates, and runs scored or wickets taken strongly correlate with Player of the Match awards.</a:t>
            </a:r>
            <a:endParaRPr lang="en-US" sz="1600"/>
          </a:p>
          <a:p>
            <a:pPr marL="0" indent="0">
              <a:buNone/>
            </a:pPr>
            <a:br>
              <a:rPr lang="en-US" sz="1300"/>
            </a:br>
            <a:endParaRPr lang="en-US" sz="1300"/>
          </a:p>
          <a:p>
            <a:endParaRPr lang="en-US" sz="1300" b="1">
              <a:latin typeface="Aptos"/>
            </a:endParaRPr>
          </a:p>
          <a:p>
            <a:endParaRPr lang="en-US" sz="13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B17A9D4-7F16-F756-8EE6-C3ACB71B48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58732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ED68F9-83F7-CACE-50A7-B9A8B98D9F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85F55C16-BC21-49EF-A4FF-C3155BB93B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2294832-60EA-A195-9D4B-1CEFDAE945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48400" y="365125"/>
            <a:ext cx="5105398" cy="135471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Related Work</a:t>
            </a:r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0C5F069E-AFE6-4825-8945-46F2918A50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" y="0"/>
            <a:ext cx="6116569" cy="6858000"/>
          </a:xfrm>
          <a:custGeom>
            <a:avLst/>
            <a:gdLst>
              <a:gd name="connsiteX0" fmla="*/ 0 w 6116569"/>
              <a:gd name="connsiteY0" fmla="*/ 0 h 6879321"/>
              <a:gd name="connsiteX1" fmla="*/ 2935851 w 6116569"/>
              <a:gd name="connsiteY1" fmla="*/ 0 h 6879321"/>
              <a:gd name="connsiteX2" fmla="*/ 3238280 w 6116569"/>
              <a:gd name="connsiteY2" fmla="*/ 31980 h 6879321"/>
              <a:gd name="connsiteX3" fmla="*/ 3660541 w 6116569"/>
              <a:gd name="connsiteY3" fmla="*/ 550772 h 6879321"/>
              <a:gd name="connsiteX4" fmla="*/ 3808902 w 6116569"/>
              <a:gd name="connsiteY4" fmla="*/ 589860 h 6879321"/>
              <a:gd name="connsiteX5" fmla="*/ 4413762 w 6116569"/>
              <a:gd name="connsiteY5" fmla="*/ 625393 h 6879321"/>
              <a:gd name="connsiteX6" fmla="*/ 4567830 w 6116569"/>
              <a:gd name="connsiteY6" fmla="*/ 721333 h 6879321"/>
              <a:gd name="connsiteX7" fmla="*/ 4171247 w 6116569"/>
              <a:gd name="connsiteY7" fmla="*/ 792401 h 6879321"/>
              <a:gd name="connsiteX8" fmla="*/ 4376671 w 6116569"/>
              <a:gd name="connsiteY8" fmla="*/ 842148 h 6879321"/>
              <a:gd name="connsiteX9" fmla="*/ 4527887 w 6116569"/>
              <a:gd name="connsiteY9" fmla="*/ 813722 h 6879321"/>
              <a:gd name="connsiteX10" fmla="*/ 4633452 w 6116569"/>
              <a:gd name="connsiteY10" fmla="*/ 799508 h 6879321"/>
              <a:gd name="connsiteX11" fmla="*/ 4947293 w 6116569"/>
              <a:gd name="connsiteY11" fmla="*/ 870576 h 6879321"/>
              <a:gd name="connsiteX12" fmla="*/ 5263988 w 6116569"/>
              <a:gd name="connsiteY12" fmla="*/ 820828 h 6879321"/>
              <a:gd name="connsiteX13" fmla="*/ 5249723 w 6116569"/>
              <a:gd name="connsiteY13" fmla="*/ 895449 h 6879321"/>
              <a:gd name="connsiteX14" fmla="*/ 4744723 w 6116569"/>
              <a:gd name="connsiteY14" fmla="*/ 1197485 h 6879321"/>
              <a:gd name="connsiteX15" fmla="*/ 4767548 w 6116569"/>
              <a:gd name="connsiteY15" fmla="*/ 1346727 h 6879321"/>
              <a:gd name="connsiteX16" fmla="*/ 4539299 w 6116569"/>
              <a:gd name="connsiteY16" fmla="*/ 1421348 h 6879321"/>
              <a:gd name="connsiteX17" fmla="*/ 4607773 w 6116569"/>
              <a:gd name="connsiteY17" fmla="*/ 1485309 h 6879321"/>
              <a:gd name="connsiteX18" fmla="*/ 4579242 w 6116569"/>
              <a:gd name="connsiteY18" fmla="*/ 1535055 h 6879321"/>
              <a:gd name="connsiteX19" fmla="*/ 5278255 w 6116569"/>
              <a:gd name="connsiteY19" fmla="*/ 1609676 h 6879321"/>
              <a:gd name="connsiteX20" fmla="*/ 5771843 w 6116569"/>
              <a:gd name="connsiteY20" fmla="*/ 1630997 h 6879321"/>
              <a:gd name="connsiteX21" fmla="*/ 6105656 w 6116569"/>
              <a:gd name="connsiteY21" fmla="*/ 1748257 h 6879321"/>
              <a:gd name="connsiteX22" fmla="*/ 5691955 w 6116569"/>
              <a:gd name="connsiteY22" fmla="*/ 2167555 h 6879321"/>
              <a:gd name="connsiteX23" fmla="*/ 5475118 w 6116569"/>
              <a:gd name="connsiteY23" fmla="*/ 2348776 h 6879321"/>
              <a:gd name="connsiteX24" fmla="*/ 5826051 w 6116569"/>
              <a:gd name="connsiteY24" fmla="*/ 2291922 h 6879321"/>
              <a:gd name="connsiteX25" fmla="*/ 5552153 w 6116569"/>
              <a:gd name="connsiteY25" fmla="*/ 2597513 h 6879321"/>
              <a:gd name="connsiteX26" fmla="*/ 5603508 w 6116569"/>
              <a:gd name="connsiteY26" fmla="*/ 2647260 h 6879321"/>
              <a:gd name="connsiteX27" fmla="*/ 5700515 w 6116569"/>
              <a:gd name="connsiteY27" fmla="*/ 2679240 h 6879321"/>
              <a:gd name="connsiteX28" fmla="*/ 5246870 w 6116569"/>
              <a:gd name="connsiteY28" fmla="*/ 2888889 h 6879321"/>
              <a:gd name="connsiteX29" fmla="*/ 4836022 w 6116569"/>
              <a:gd name="connsiteY29" fmla="*/ 3169605 h 6879321"/>
              <a:gd name="connsiteX30" fmla="*/ 4736163 w 6116569"/>
              <a:gd name="connsiteY30" fmla="*/ 3233565 h 6879321"/>
              <a:gd name="connsiteX31" fmla="*/ 4853141 w 6116569"/>
              <a:gd name="connsiteY31" fmla="*/ 3233565 h 6879321"/>
              <a:gd name="connsiteX32" fmla="*/ 4944440 w 6116569"/>
              <a:gd name="connsiteY32" fmla="*/ 3226459 h 6879321"/>
              <a:gd name="connsiteX33" fmla="*/ 5109921 w 6116569"/>
              <a:gd name="connsiteY33" fmla="*/ 3283313 h 6879321"/>
              <a:gd name="connsiteX34" fmla="*/ 5694809 w 6116569"/>
              <a:gd name="connsiteY34" fmla="*/ 3141178 h 6879321"/>
              <a:gd name="connsiteX35" fmla="*/ 5566419 w 6116569"/>
              <a:gd name="connsiteY35" fmla="*/ 3301079 h 6879321"/>
              <a:gd name="connsiteX36" fmla="*/ 5415203 w 6116569"/>
              <a:gd name="connsiteY36" fmla="*/ 3397020 h 6879321"/>
              <a:gd name="connsiteX37" fmla="*/ 5612068 w 6116569"/>
              <a:gd name="connsiteY37" fmla="*/ 3432554 h 6879321"/>
              <a:gd name="connsiteX38" fmla="*/ 5206927 w 6116569"/>
              <a:gd name="connsiteY38" fmla="*/ 3599562 h 6879321"/>
              <a:gd name="connsiteX39" fmla="*/ 5301079 w 6116569"/>
              <a:gd name="connsiteY39" fmla="*/ 3723930 h 6879321"/>
              <a:gd name="connsiteX40" fmla="*/ 4507915 w 6116569"/>
              <a:gd name="connsiteY40" fmla="*/ 4306683 h 6879321"/>
              <a:gd name="connsiteX41" fmla="*/ 3982942 w 6116569"/>
              <a:gd name="connsiteY41" fmla="*/ 4587399 h 6879321"/>
              <a:gd name="connsiteX42" fmla="*/ 4185513 w 6116569"/>
              <a:gd name="connsiteY42" fmla="*/ 4541205 h 6879321"/>
              <a:gd name="connsiteX43" fmla="*/ 5212633 w 6116569"/>
              <a:gd name="connsiteY43" fmla="*/ 4455924 h 6879321"/>
              <a:gd name="connsiteX44" fmla="*/ 5312492 w 6116569"/>
              <a:gd name="connsiteY44" fmla="*/ 4473691 h 6879321"/>
              <a:gd name="connsiteX45" fmla="*/ 4596361 w 6116569"/>
              <a:gd name="connsiteY45" fmla="*/ 4818368 h 6879321"/>
              <a:gd name="connsiteX46" fmla="*/ 4873113 w 6116569"/>
              <a:gd name="connsiteY46" fmla="*/ 4885882 h 6879321"/>
              <a:gd name="connsiteX47" fmla="*/ 4935881 w 6116569"/>
              <a:gd name="connsiteY47" fmla="*/ 4914309 h 6879321"/>
              <a:gd name="connsiteX48" fmla="*/ 4873113 w 6116569"/>
              <a:gd name="connsiteY48" fmla="*/ 5003143 h 6879321"/>
              <a:gd name="connsiteX49" fmla="*/ 4721898 w 6116569"/>
              <a:gd name="connsiteY49" fmla="*/ 5095530 h 6879321"/>
              <a:gd name="connsiteX50" fmla="*/ 5132745 w 6116569"/>
              <a:gd name="connsiteY50" fmla="*/ 4949842 h 6879321"/>
              <a:gd name="connsiteX51" fmla="*/ 5101362 w 6116569"/>
              <a:gd name="connsiteY51" fmla="*/ 5081317 h 6879321"/>
              <a:gd name="connsiteX52" fmla="*/ 5138452 w 6116569"/>
              <a:gd name="connsiteY52" fmla="*/ 5198578 h 6879321"/>
              <a:gd name="connsiteX53" fmla="*/ 4904497 w 6116569"/>
              <a:gd name="connsiteY53" fmla="*/ 5362033 h 6879321"/>
              <a:gd name="connsiteX54" fmla="*/ 4579242 w 6116569"/>
              <a:gd name="connsiteY54" fmla="*/ 5674729 h 6879321"/>
              <a:gd name="connsiteX55" fmla="*/ 4253988 w 6116569"/>
              <a:gd name="connsiteY55" fmla="*/ 5884379 h 6879321"/>
              <a:gd name="connsiteX56" fmla="*/ 3985795 w 6116569"/>
              <a:gd name="connsiteY56" fmla="*/ 6069153 h 6879321"/>
              <a:gd name="connsiteX57" fmla="*/ 4231163 w 6116569"/>
              <a:gd name="connsiteY57" fmla="*/ 6030066 h 6879321"/>
              <a:gd name="connsiteX58" fmla="*/ 3814609 w 6116569"/>
              <a:gd name="connsiteY58" fmla="*/ 6317889 h 6879321"/>
              <a:gd name="connsiteX59" fmla="*/ 3751840 w 6116569"/>
              <a:gd name="connsiteY59" fmla="*/ 6339209 h 6879321"/>
              <a:gd name="connsiteX60" fmla="*/ 3089919 w 6116569"/>
              <a:gd name="connsiteY60" fmla="*/ 6563071 h 6879321"/>
              <a:gd name="connsiteX61" fmla="*/ 2961529 w 6116569"/>
              <a:gd name="connsiteY61" fmla="*/ 6662566 h 6879321"/>
              <a:gd name="connsiteX62" fmla="*/ 3107038 w 6116569"/>
              <a:gd name="connsiteY62" fmla="*/ 6673226 h 6879321"/>
              <a:gd name="connsiteX63" fmla="*/ 3594919 w 6116569"/>
              <a:gd name="connsiteY63" fmla="*/ 6591499 h 6879321"/>
              <a:gd name="connsiteX64" fmla="*/ 3261106 w 6116569"/>
              <a:gd name="connsiteY64" fmla="*/ 6726527 h 6879321"/>
              <a:gd name="connsiteX65" fmla="*/ 3620597 w 6116569"/>
              <a:gd name="connsiteY65" fmla="*/ 6740740 h 6879321"/>
              <a:gd name="connsiteX66" fmla="*/ 3703337 w 6116569"/>
              <a:gd name="connsiteY66" fmla="*/ 6826020 h 6879321"/>
              <a:gd name="connsiteX67" fmla="*/ 3689072 w 6116569"/>
              <a:gd name="connsiteY67" fmla="*/ 6879321 h 6879321"/>
              <a:gd name="connsiteX68" fmla="*/ 0 w 6116569"/>
              <a:gd name="connsiteY68" fmla="*/ 6879321 h 687932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</a:cxnLst>
            <a:rect l="l" t="t" r="r" b="b"/>
            <a:pathLst>
              <a:path w="6116569" h="6879321">
                <a:moveTo>
                  <a:pt x="0" y="0"/>
                </a:moveTo>
                <a:lnTo>
                  <a:pt x="2935851" y="0"/>
                </a:lnTo>
                <a:cubicBezTo>
                  <a:pt x="3035710" y="10660"/>
                  <a:pt x="3138421" y="17767"/>
                  <a:pt x="3238280" y="31980"/>
                </a:cubicBezTo>
                <a:cubicBezTo>
                  <a:pt x="3817462" y="106602"/>
                  <a:pt x="3127009" y="277163"/>
                  <a:pt x="3660541" y="550772"/>
                </a:cubicBezTo>
                <a:cubicBezTo>
                  <a:pt x="3706191" y="575645"/>
                  <a:pt x="3757546" y="579199"/>
                  <a:pt x="3808902" y="589860"/>
                </a:cubicBezTo>
                <a:cubicBezTo>
                  <a:pt x="4008620" y="625393"/>
                  <a:pt x="4211192" y="618286"/>
                  <a:pt x="4413762" y="625393"/>
                </a:cubicBezTo>
                <a:cubicBezTo>
                  <a:pt x="4465118" y="628946"/>
                  <a:pt x="4525033" y="625393"/>
                  <a:pt x="4567830" y="721333"/>
                </a:cubicBezTo>
                <a:cubicBezTo>
                  <a:pt x="4425175" y="724888"/>
                  <a:pt x="4305344" y="731994"/>
                  <a:pt x="4171247" y="792401"/>
                </a:cubicBezTo>
                <a:cubicBezTo>
                  <a:pt x="4239722" y="859916"/>
                  <a:pt x="4322462" y="795955"/>
                  <a:pt x="4376671" y="842148"/>
                </a:cubicBezTo>
                <a:cubicBezTo>
                  <a:pt x="4428027" y="888342"/>
                  <a:pt x="4470824" y="891896"/>
                  <a:pt x="4527887" y="813722"/>
                </a:cubicBezTo>
                <a:cubicBezTo>
                  <a:pt x="4556417" y="774634"/>
                  <a:pt x="4604920" y="778187"/>
                  <a:pt x="4633452" y="799508"/>
                </a:cubicBezTo>
                <a:cubicBezTo>
                  <a:pt x="4781813" y="913216"/>
                  <a:pt x="4778960" y="909662"/>
                  <a:pt x="4947293" y="870576"/>
                </a:cubicBezTo>
                <a:cubicBezTo>
                  <a:pt x="5055712" y="845701"/>
                  <a:pt x="5166983" y="806615"/>
                  <a:pt x="5263988" y="820828"/>
                </a:cubicBezTo>
                <a:cubicBezTo>
                  <a:pt x="5275401" y="867022"/>
                  <a:pt x="5263988" y="888342"/>
                  <a:pt x="5249723" y="895449"/>
                </a:cubicBezTo>
                <a:cubicBezTo>
                  <a:pt x="5021475" y="1005604"/>
                  <a:pt x="4975825" y="1122864"/>
                  <a:pt x="4744723" y="1197485"/>
                </a:cubicBezTo>
                <a:cubicBezTo>
                  <a:pt x="4724751" y="1268552"/>
                  <a:pt x="4807491" y="1275660"/>
                  <a:pt x="4767548" y="1346727"/>
                </a:cubicBezTo>
                <a:cubicBezTo>
                  <a:pt x="4693367" y="1407134"/>
                  <a:pt x="4610627" y="1346727"/>
                  <a:pt x="4539299" y="1421348"/>
                </a:cubicBezTo>
                <a:cubicBezTo>
                  <a:pt x="4550712" y="1471094"/>
                  <a:pt x="4610627" y="1432008"/>
                  <a:pt x="4607773" y="1485309"/>
                </a:cubicBezTo>
                <a:cubicBezTo>
                  <a:pt x="4604920" y="1517288"/>
                  <a:pt x="4593508" y="1527948"/>
                  <a:pt x="4579242" y="1535055"/>
                </a:cubicBezTo>
                <a:cubicBezTo>
                  <a:pt x="4776107" y="1538608"/>
                  <a:pt x="5383820" y="1574142"/>
                  <a:pt x="5278255" y="1609676"/>
                </a:cubicBezTo>
                <a:cubicBezTo>
                  <a:pt x="5418057" y="1698511"/>
                  <a:pt x="5623481" y="1609676"/>
                  <a:pt x="5771843" y="1630997"/>
                </a:cubicBezTo>
                <a:cubicBezTo>
                  <a:pt x="5925911" y="1652316"/>
                  <a:pt x="6171278" y="1719830"/>
                  <a:pt x="6105656" y="1748257"/>
                </a:cubicBezTo>
                <a:cubicBezTo>
                  <a:pt x="6031475" y="1780238"/>
                  <a:pt x="5766136" y="2146235"/>
                  <a:pt x="5691955" y="2167555"/>
                </a:cubicBezTo>
                <a:cubicBezTo>
                  <a:pt x="5606362" y="2188875"/>
                  <a:pt x="5589243" y="2217302"/>
                  <a:pt x="5475118" y="2348776"/>
                </a:cubicBezTo>
                <a:cubicBezTo>
                  <a:pt x="5398085" y="2437610"/>
                  <a:pt x="5709074" y="2238623"/>
                  <a:pt x="5826051" y="2291922"/>
                </a:cubicBezTo>
                <a:cubicBezTo>
                  <a:pt x="5868848" y="2309690"/>
                  <a:pt x="5552153" y="2554872"/>
                  <a:pt x="5552153" y="2597513"/>
                </a:cubicBezTo>
                <a:cubicBezTo>
                  <a:pt x="5549300" y="2640153"/>
                  <a:pt x="5577831" y="2647260"/>
                  <a:pt x="5603508" y="2647260"/>
                </a:cubicBezTo>
                <a:cubicBezTo>
                  <a:pt x="5660571" y="2647260"/>
                  <a:pt x="5640599" y="2686346"/>
                  <a:pt x="5700515" y="2679240"/>
                </a:cubicBezTo>
                <a:cubicBezTo>
                  <a:pt x="5523622" y="2800055"/>
                  <a:pt x="5418057" y="2778734"/>
                  <a:pt x="5246870" y="2888889"/>
                </a:cubicBezTo>
                <a:cubicBezTo>
                  <a:pt x="5164130" y="2942189"/>
                  <a:pt x="4921615" y="3119857"/>
                  <a:pt x="4836022" y="3169605"/>
                </a:cubicBezTo>
                <a:cubicBezTo>
                  <a:pt x="4801785" y="3187371"/>
                  <a:pt x="4758988" y="3173158"/>
                  <a:pt x="4736163" y="3233565"/>
                </a:cubicBezTo>
                <a:cubicBezTo>
                  <a:pt x="4770400" y="3279759"/>
                  <a:pt x="4816050" y="3254885"/>
                  <a:pt x="4853141" y="3233565"/>
                </a:cubicBezTo>
                <a:cubicBezTo>
                  <a:pt x="4944440" y="3176711"/>
                  <a:pt x="4935881" y="3190925"/>
                  <a:pt x="4944440" y="3226459"/>
                </a:cubicBezTo>
                <a:cubicBezTo>
                  <a:pt x="4972972" y="3350827"/>
                  <a:pt x="5044300" y="3308186"/>
                  <a:pt x="5109921" y="3283313"/>
                </a:cubicBezTo>
                <a:cubicBezTo>
                  <a:pt x="5303932" y="3208692"/>
                  <a:pt x="5500797" y="3215799"/>
                  <a:pt x="5694809" y="3141178"/>
                </a:cubicBezTo>
                <a:cubicBezTo>
                  <a:pt x="5714781" y="3134070"/>
                  <a:pt x="5612068" y="3283313"/>
                  <a:pt x="5566419" y="3301079"/>
                </a:cubicBezTo>
                <a:cubicBezTo>
                  <a:pt x="5515063" y="3322399"/>
                  <a:pt x="5452294" y="3311739"/>
                  <a:pt x="5415203" y="3397020"/>
                </a:cubicBezTo>
                <a:cubicBezTo>
                  <a:pt x="5477972" y="3414787"/>
                  <a:pt x="5552153" y="3372147"/>
                  <a:pt x="5612068" y="3432554"/>
                </a:cubicBezTo>
                <a:cubicBezTo>
                  <a:pt x="5469413" y="3528494"/>
                  <a:pt x="5329610" y="3535601"/>
                  <a:pt x="5206927" y="3599562"/>
                </a:cubicBezTo>
                <a:cubicBezTo>
                  <a:pt x="5192661" y="3706163"/>
                  <a:pt x="5272548" y="3663523"/>
                  <a:pt x="5301079" y="3723930"/>
                </a:cubicBezTo>
                <a:cubicBezTo>
                  <a:pt x="5072830" y="3844745"/>
                  <a:pt x="4564977" y="4232062"/>
                  <a:pt x="4507915" y="4306683"/>
                </a:cubicBezTo>
                <a:cubicBezTo>
                  <a:pt x="4390937" y="4463031"/>
                  <a:pt x="3900202" y="4562525"/>
                  <a:pt x="3982942" y="4587399"/>
                </a:cubicBezTo>
                <a:cubicBezTo>
                  <a:pt x="4051417" y="4608719"/>
                  <a:pt x="4119891" y="4587399"/>
                  <a:pt x="4185513" y="4541205"/>
                </a:cubicBezTo>
                <a:cubicBezTo>
                  <a:pt x="4291078" y="4466584"/>
                  <a:pt x="5010062" y="4523438"/>
                  <a:pt x="5212633" y="4455924"/>
                </a:cubicBezTo>
                <a:cubicBezTo>
                  <a:pt x="5241164" y="4445264"/>
                  <a:pt x="5283960" y="4409730"/>
                  <a:pt x="5312492" y="4473691"/>
                </a:cubicBezTo>
                <a:cubicBezTo>
                  <a:pt x="5098508" y="4704659"/>
                  <a:pt x="4833169" y="4654913"/>
                  <a:pt x="4596361" y="4818368"/>
                </a:cubicBezTo>
                <a:cubicBezTo>
                  <a:pt x="4684807" y="4917861"/>
                  <a:pt x="4776107" y="4907202"/>
                  <a:pt x="4873113" y="4885882"/>
                </a:cubicBezTo>
                <a:cubicBezTo>
                  <a:pt x="4895938" y="4878775"/>
                  <a:pt x="4930175" y="4871668"/>
                  <a:pt x="4935881" y="4914309"/>
                </a:cubicBezTo>
                <a:cubicBezTo>
                  <a:pt x="4941587" y="4967609"/>
                  <a:pt x="4898790" y="4978270"/>
                  <a:pt x="4873113" y="5003143"/>
                </a:cubicBezTo>
                <a:cubicBezTo>
                  <a:pt x="4833169" y="5038676"/>
                  <a:pt x="4773254" y="4999590"/>
                  <a:pt x="4721898" y="5095530"/>
                </a:cubicBezTo>
                <a:cubicBezTo>
                  <a:pt x="4873113" y="5067104"/>
                  <a:pt x="4998650" y="5020910"/>
                  <a:pt x="5132745" y="4949842"/>
                </a:cubicBezTo>
                <a:cubicBezTo>
                  <a:pt x="5121333" y="5006696"/>
                  <a:pt x="5081390" y="5035123"/>
                  <a:pt x="5101362" y="5081317"/>
                </a:cubicBezTo>
                <a:cubicBezTo>
                  <a:pt x="5118480" y="5116850"/>
                  <a:pt x="5164130" y="5131063"/>
                  <a:pt x="5138452" y="5198578"/>
                </a:cubicBezTo>
                <a:cubicBezTo>
                  <a:pt x="5067125" y="5273199"/>
                  <a:pt x="4967265" y="5258986"/>
                  <a:pt x="4904497" y="5362033"/>
                </a:cubicBezTo>
                <a:cubicBezTo>
                  <a:pt x="4818903" y="5507721"/>
                  <a:pt x="4684807" y="5564575"/>
                  <a:pt x="4579242" y="5674729"/>
                </a:cubicBezTo>
                <a:cubicBezTo>
                  <a:pt x="4545005" y="5713816"/>
                  <a:pt x="4313903" y="5841738"/>
                  <a:pt x="4253988" y="5884379"/>
                </a:cubicBezTo>
                <a:cubicBezTo>
                  <a:pt x="4168395" y="5944786"/>
                  <a:pt x="4071389" y="5966106"/>
                  <a:pt x="3985795" y="6069153"/>
                </a:cubicBezTo>
                <a:cubicBezTo>
                  <a:pt x="4065682" y="6086921"/>
                  <a:pt x="4134157" y="5990979"/>
                  <a:pt x="4231163" y="6030066"/>
                </a:cubicBezTo>
                <a:cubicBezTo>
                  <a:pt x="4074242" y="6133114"/>
                  <a:pt x="3931586" y="6182861"/>
                  <a:pt x="3814609" y="6317889"/>
                </a:cubicBezTo>
                <a:cubicBezTo>
                  <a:pt x="3800343" y="6335656"/>
                  <a:pt x="3771812" y="6332102"/>
                  <a:pt x="3751840" y="6339209"/>
                </a:cubicBezTo>
                <a:cubicBezTo>
                  <a:pt x="3529298" y="6406723"/>
                  <a:pt x="3309608" y="6467130"/>
                  <a:pt x="3089919" y="6563071"/>
                </a:cubicBezTo>
                <a:cubicBezTo>
                  <a:pt x="3041416" y="6584392"/>
                  <a:pt x="2955823" y="6595052"/>
                  <a:pt x="2961529" y="6662566"/>
                </a:cubicBezTo>
                <a:cubicBezTo>
                  <a:pt x="2972941" y="6765613"/>
                  <a:pt x="3055681" y="6687439"/>
                  <a:pt x="3107038" y="6673226"/>
                </a:cubicBezTo>
                <a:cubicBezTo>
                  <a:pt x="3269664" y="6634138"/>
                  <a:pt x="3432292" y="6570178"/>
                  <a:pt x="3594919" y="6591499"/>
                </a:cubicBezTo>
                <a:cubicBezTo>
                  <a:pt x="3483648" y="6637693"/>
                  <a:pt x="3372376" y="6680332"/>
                  <a:pt x="3261106" y="6726527"/>
                </a:cubicBezTo>
                <a:cubicBezTo>
                  <a:pt x="3386642" y="6705206"/>
                  <a:pt x="3495061" y="6786934"/>
                  <a:pt x="3620597" y="6740740"/>
                </a:cubicBezTo>
                <a:cubicBezTo>
                  <a:pt x="3660541" y="6726527"/>
                  <a:pt x="3700484" y="6765613"/>
                  <a:pt x="3703337" y="6826020"/>
                </a:cubicBezTo>
                <a:cubicBezTo>
                  <a:pt x="3706191" y="6847340"/>
                  <a:pt x="3700484" y="6865108"/>
                  <a:pt x="3689072" y="6879321"/>
                </a:cubicBezTo>
                <a:lnTo>
                  <a:pt x="0" y="6879321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8" name="Graphic 7" descr="Target">
            <a:extLst>
              <a:ext uri="{FF2B5EF4-FFF2-40B4-BE49-F238E27FC236}">
                <a16:creationId xmlns:a16="http://schemas.microsoft.com/office/drawing/2014/main" id="{3FB470B6-4D44-7A32-4551-2C7C624737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01134" y="1918107"/>
            <a:ext cx="3195204" cy="3195204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7D92BF-8F63-D80D-70E2-07DCAB7A3E8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48400" y="1646584"/>
            <a:ext cx="5114057" cy="4712219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 algn="just">
              <a:buNone/>
            </a:pPr>
            <a:r>
              <a:rPr lang="en-US" sz="1400" b="1">
                <a:ea typeface="+mn-lt"/>
                <a:cs typeface="+mn-lt"/>
              </a:rPr>
              <a:t>Success and Challenges</a:t>
            </a:r>
            <a:r>
              <a:rPr lang="en-US" sz="1400">
                <a:ea typeface="+mn-lt"/>
                <a:cs typeface="+mn-lt"/>
              </a:rPr>
              <a:t>:</a:t>
            </a:r>
            <a:endParaRPr lang="en-US" sz="1400" b="1">
              <a:ea typeface="+mn-lt"/>
              <a:cs typeface="+mn-lt"/>
            </a:endParaRPr>
          </a:p>
          <a:p>
            <a:pPr algn="just"/>
            <a:r>
              <a:rPr lang="en-US" sz="1400">
                <a:ea typeface="+mn-lt"/>
                <a:cs typeface="+mn-lt"/>
              </a:rPr>
              <a:t>Lamsal &amp; Choudhary (2018): Random Forest, 68.33% accuracy (toss outcomes, team composition).</a:t>
            </a:r>
            <a:endParaRPr lang="en-US" sz="1400"/>
          </a:p>
          <a:p>
            <a:pPr algn="just"/>
            <a:r>
              <a:rPr lang="en-US" sz="1400">
                <a:ea typeface="+mn-lt"/>
                <a:cs typeface="+mn-lt"/>
              </a:rPr>
              <a:t>Singhvi et al. (2015): SVM, Random Forest, 63.89% accuracy (T20 matches).</a:t>
            </a:r>
            <a:endParaRPr lang="en-US" sz="1400"/>
          </a:p>
          <a:p>
            <a:pPr algn="just"/>
            <a:r>
              <a:rPr lang="en-US" sz="1400">
                <a:ea typeface="+mn-lt"/>
                <a:cs typeface="+mn-lt"/>
              </a:rPr>
              <a:t>Limited features hinder model performance.</a:t>
            </a:r>
          </a:p>
          <a:p>
            <a:pPr marL="0" indent="0" algn="just">
              <a:buNone/>
            </a:pPr>
            <a:r>
              <a:rPr lang="en-US" sz="1400" b="1">
                <a:ea typeface="+mn-lt"/>
                <a:cs typeface="+mn-lt"/>
              </a:rPr>
              <a:t>Advances in ODI Analysis</a:t>
            </a:r>
            <a:r>
              <a:rPr lang="en-US" sz="1400">
                <a:ea typeface="+mn-lt"/>
                <a:cs typeface="+mn-lt"/>
              </a:rPr>
              <a:t>:</a:t>
            </a:r>
            <a:endParaRPr lang="en-US" sz="1400"/>
          </a:p>
          <a:p>
            <a:pPr algn="just"/>
            <a:r>
              <a:rPr lang="en-US" sz="1400">
                <a:ea typeface="+mn-lt"/>
                <a:cs typeface="+mn-lt"/>
              </a:rPr>
              <a:t>Naik et al. (2018): Player stats, bowler performance, batting order.</a:t>
            </a:r>
          </a:p>
          <a:p>
            <a:pPr algn="just"/>
            <a:r>
              <a:rPr lang="en-US" sz="1400">
                <a:ea typeface="+mn-lt"/>
                <a:cs typeface="+mn-lt"/>
              </a:rPr>
              <a:t>Swetha &amp; Saravanan (2017): Impact of weather, pitch, and crowd support.</a:t>
            </a:r>
          </a:p>
          <a:p>
            <a:pPr marL="0" indent="0" algn="just">
              <a:buNone/>
            </a:pPr>
            <a:r>
              <a:rPr lang="en-US" sz="1400" b="1">
                <a:ea typeface="+mn-lt"/>
                <a:cs typeface="+mn-lt"/>
              </a:rPr>
              <a:t>Emerging Techniques</a:t>
            </a:r>
            <a:r>
              <a:rPr lang="en-US" sz="1400">
                <a:ea typeface="+mn-lt"/>
                <a:cs typeface="+mn-lt"/>
              </a:rPr>
              <a:t>:</a:t>
            </a:r>
            <a:endParaRPr lang="en-US" sz="1400"/>
          </a:p>
          <a:p>
            <a:pPr algn="just"/>
            <a:r>
              <a:rPr lang="en-US" sz="1400">
                <a:ea typeface="+mn-lt"/>
                <a:cs typeface="+mn-lt"/>
              </a:rPr>
              <a:t>LSTM Models: Temporal analysis of dynamic games (Sundar et al., 2021).</a:t>
            </a:r>
            <a:endParaRPr lang="en-US" sz="1400"/>
          </a:p>
          <a:p>
            <a:pPr algn="just"/>
            <a:r>
              <a:rPr lang="en-US" sz="1400">
                <a:ea typeface="+mn-lt"/>
                <a:cs typeface="+mn-lt"/>
              </a:rPr>
              <a:t>Reinforcement Learning: Tactical optimization (Gupta et al., 2022).</a:t>
            </a:r>
            <a:endParaRPr lang="en-US" sz="1400"/>
          </a:p>
          <a:p>
            <a:pPr algn="just"/>
            <a:r>
              <a:rPr lang="en-US" sz="1400">
                <a:ea typeface="+mn-lt"/>
                <a:cs typeface="+mn-lt"/>
              </a:rPr>
              <a:t>Explainable AI: SHAP for interpretable predictions.</a:t>
            </a:r>
          </a:p>
          <a:p>
            <a:endParaRPr lang="en-US" sz="1100"/>
          </a:p>
          <a:p>
            <a:endParaRPr lang="en-US" sz="11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759175-CD79-C0E5-C983-0A8AA53103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 smtClean="0"/>
              <a:pPr>
                <a:spcAft>
                  <a:spcPts val="600"/>
                </a:spcAft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698923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220C-F5B2-9019-7546-F9BDDC2E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7286" y="2348714"/>
            <a:ext cx="4819650" cy="1267453"/>
          </a:xfrm>
        </p:spPr>
        <p:txBody>
          <a:bodyPr/>
          <a:lstStyle/>
          <a:p>
            <a:r>
              <a:rPr lang="en-US"/>
              <a:t>How?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4CF67-4351-1C95-B8B9-E02E2E50E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8611" y="3859399"/>
            <a:ext cx="4819650" cy="1500187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chemeClr val="bg1"/>
                </a:solidFill>
                <a:latin typeface="Franklin Gothic Medium"/>
                <a:ea typeface="Calibri"/>
                <a:cs typeface="Calibri"/>
              </a:rPr>
              <a:t>Dataset Analysis</a:t>
            </a:r>
            <a:endParaRPr lang="en-US"/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chemeClr val="bg1"/>
                </a:solidFill>
                <a:latin typeface="Franklin Gothic Medium"/>
                <a:ea typeface="Calibri"/>
                <a:cs typeface="Calibri"/>
              </a:rPr>
              <a:t>Exploratory Data Analysis</a:t>
            </a:r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chemeClr val="bg1"/>
                </a:solidFill>
                <a:latin typeface="Franklin Gothic Medium"/>
                <a:ea typeface="Calibri"/>
                <a:cs typeface="Calibri"/>
              </a:rPr>
              <a:t>Methodology &amp; </a:t>
            </a:r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chemeClr val="bg1"/>
                </a:solidFill>
                <a:latin typeface="Franklin Gothic Medium"/>
                <a:ea typeface="Calibri"/>
                <a:cs typeface="Calibri"/>
              </a:rPr>
              <a:t>Model Implementation</a:t>
            </a:r>
            <a:endParaRPr lang="en-US">
              <a:solidFill>
                <a:schemeClr val="bg1"/>
              </a:solidFill>
            </a:endParaRPr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endParaRPr lang="en-US" sz="2400">
              <a:solidFill>
                <a:schemeClr val="bg1"/>
              </a:solidFill>
              <a:latin typeface="Franklin Gothic Medium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4963839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9534C46-FF1E-97BA-0160-5BFE2F038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E8BFA5-745F-3F7F-38DE-5FF6BC9E4E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5863772" cy="1099402"/>
          </a:xfrm>
        </p:spPr>
        <p:txBody>
          <a:bodyPr anchor="t">
            <a:normAutofit/>
          </a:bodyPr>
          <a:lstStyle/>
          <a:p>
            <a:r>
              <a:rPr lang="en-US" sz="3200">
                <a:solidFill>
                  <a:schemeClr val="accent1"/>
                </a:solidFill>
              </a:rPr>
              <a:t>Dataset Analysis</a:t>
            </a:r>
          </a:p>
        </p:txBody>
      </p: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3F76F0-D707-11B5-6DF7-246EFA0C88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109563"/>
            <a:ext cx="5612659" cy="40328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just">
              <a:buNone/>
            </a:pPr>
            <a:r>
              <a:rPr lang="en-US" sz="1600">
                <a:ea typeface="+mn-lt"/>
                <a:cs typeface="+mn-lt"/>
              </a:rPr>
              <a:t>The dataset for this project was sourced from Kaggle* </a:t>
            </a:r>
            <a:endParaRPr lang="en-US" sz="1600">
              <a:latin typeface="Times New Roman"/>
              <a:ea typeface="+mn-lt"/>
              <a:cs typeface="Times New Roman"/>
            </a:endParaRPr>
          </a:p>
          <a:p>
            <a:pPr marL="0" indent="0" algn="just">
              <a:buNone/>
            </a:pPr>
            <a:endParaRPr lang="en-US" sz="1600">
              <a:latin typeface="Times New Roman"/>
              <a:cs typeface="Times New Roman"/>
            </a:endParaRPr>
          </a:p>
          <a:p>
            <a:pPr marL="0" indent="0" algn="just">
              <a:buNone/>
            </a:pPr>
            <a:r>
              <a:rPr lang="en-US" sz="1600" b="1">
                <a:ea typeface="+mn-lt"/>
                <a:cs typeface="+mn-lt"/>
              </a:rPr>
              <a:t>Matches Dataset: </a:t>
            </a:r>
            <a:r>
              <a:rPr lang="en-US" sz="1600">
                <a:ea typeface="+mn-lt"/>
                <a:cs typeface="+mn-lt"/>
              </a:rPr>
              <a:t>Contains match-level data from 2008 to 2020, highlighting toss results, venue details, and match outcomes.</a:t>
            </a:r>
            <a:endParaRPr lang="en-US" sz="1600"/>
          </a:p>
          <a:p>
            <a:pPr marL="0" indent="0" algn="just">
              <a:buNone/>
            </a:pPr>
            <a:endParaRPr lang="en-US" sz="1600">
              <a:ea typeface="+mn-lt"/>
              <a:cs typeface="+mn-lt"/>
            </a:endParaRPr>
          </a:p>
          <a:p>
            <a:pPr marL="0" indent="0" algn="just">
              <a:buNone/>
            </a:pPr>
            <a:r>
              <a:rPr lang="en-US" sz="1600" b="1">
                <a:ea typeface="+mn-lt"/>
                <a:cs typeface="+mn-lt"/>
              </a:rPr>
              <a:t>Deliveries Dataset: </a:t>
            </a:r>
            <a:r>
              <a:rPr lang="en-US" sz="1600">
                <a:ea typeface="+mn-lt"/>
                <a:cs typeface="+mn-lt"/>
              </a:rPr>
              <a:t>Provides ball-by-ball data for all IPL matches, enabling analysis of specific game phases like powerplays and death overs.</a:t>
            </a:r>
            <a:endParaRPr lang="en-US" sz="1600"/>
          </a:p>
          <a:p>
            <a:pPr marL="0" indent="0">
              <a:buNone/>
            </a:pPr>
            <a:endParaRPr lang="en-US" sz="1600"/>
          </a:p>
          <a:p>
            <a:pPr marL="0" indent="0">
              <a:buNone/>
            </a:pPr>
            <a:r>
              <a:rPr lang="en-US" sz="1600"/>
              <a:t>*</a:t>
            </a:r>
            <a:r>
              <a:rPr lang="en-US" sz="1100">
                <a:ea typeface="+mn-lt"/>
                <a:cs typeface="+mn-lt"/>
                <a:hlinkClick r:id="rId2"/>
              </a:rPr>
              <a:t>www.kaggle.com/datasets/patrickb1912/ipl-complete-dataset-20082020</a:t>
            </a:r>
            <a:endParaRPr lang="en-US" sz="1100">
              <a:ea typeface="+mn-lt"/>
              <a:cs typeface="+mn-lt"/>
            </a:endParaRP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C49078A8-EA26-B2D3-928B-8D2A84A19C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070" y="873174"/>
            <a:ext cx="2738984" cy="2468270"/>
          </a:xfrm>
          <a:prstGeom prst="rect">
            <a:avLst/>
          </a:prstGeom>
        </p:spPr>
      </p:pic>
      <p:pic>
        <p:nvPicPr>
          <p:cNvPr id="6" name="Picture 5" descr="A screenshot of a phone&#10;&#10;Description automatically generated">
            <a:extLst>
              <a:ext uri="{FF2B5EF4-FFF2-40B4-BE49-F238E27FC236}">
                <a16:creationId xmlns:a16="http://schemas.microsoft.com/office/drawing/2014/main" id="{2D0BF344-6306-57A0-238C-92EBA8E363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02070" y="3524333"/>
            <a:ext cx="2739339" cy="2535788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591FCBF-4CDD-AAFF-77E1-B558B1308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 smtClean="0"/>
              <a:pPr>
                <a:spcAft>
                  <a:spcPts val="600"/>
                </a:spcAft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142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7C58C-E918-E973-FBE1-F9BE1A0037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23258F-6BDB-4065-DF3D-785CE8A4F8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5198"/>
            <a:ext cx="10515600" cy="447758"/>
          </a:xfrm>
        </p:spPr>
        <p:txBody>
          <a:bodyPr>
            <a:no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Exploratory Data Analysis - 1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0979FE-DAC9-A220-CE06-00512EB179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77000" y="1346841"/>
            <a:ext cx="5257800" cy="4659023"/>
          </a:xfrm>
        </p:spPr>
        <p:txBody>
          <a:bodyPr>
            <a:normAutofit fontScale="92500" lnSpcReduction="10000"/>
          </a:bodyPr>
          <a:lstStyle/>
          <a:p>
            <a:pPr marL="0" indent="0" algn="l">
              <a:buNone/>
            </a:pPr>
            <a:r>
              <a:rPr lang="en-US" b="0" i="0" u="none" strike="noStrike">
                <a:solidFill>
                  <a:srgbClr val="000000"/>
                </a:solidFill>
                <a:effectLst/>
              </a:rPr>
              <a:t> 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Match </a:t>
            </a:r>
            <a:r>
              <a:rPr lang="en-US" sz="180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Outco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me </a:t>
            </a:r>
            <a:r>
              <a:rPr lang="en-US" sz="1800">
                <a:solidFill>
                  <a:srgbClr val="000000"/>
                </a:solidFill>
                <a:latin typeface="+mj-lt"/>
                <a:cs typeface="Times New Roman" panose="02020603050405020304" pitchFamily="18" charset="0"/>
              </a:rPr>
              <a:t>D</a:t>
            </a:r>
            <a:r>
              <a:rPr lang="en-US" sz="1800" b="0" i="0" u="none" strike="noStrike">
                <a:solidFill>
                  <a:srgbClr val="000000"/>
                </a:solidFill>
                <a:effectLst/>
                <a:latin typeface="+mj-lt"/>
                <a:cs typeface="Times New Roman" panose="02020603050405020304" pitchFamily="18" charset="0"/>
              </a:rPr>
              <a:t>istribution:</a:t>
            </a:r>
          </a:p>
          <a:p>
            <a:pPr algn="l"/>
            <a:r>
              <a:rPr lang="en-US" sz="1800" i="0" u="none" strike="noStrike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The Bar chart here showcases the match outcomes by wickets, runs, ties, and no results.</a:t>
            </a:r>
          </a:p>
          <a:p>
            <a:pPr marL="0" indent="0" algn="l">
              <a:buNone/>
            </a:pPr>
            <a:endParaRPr lang="en-US" sz="1800" i="0" u="none" strike="noStrike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sz="1800" i="0" u="none" strike="noStrike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Data summary: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i="0" u="none" strike="noStrike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Wins by wickets: 578 (52.8%)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i="0" u="none" strike="noStrike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Wins by runs: 498 (45.5%)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i="0" u="none" strike="noStrike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Ties: 14 (1.3%)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en-US" sz="1800" i="0" u="none" strike="noStrike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No results: 5 (0.5%)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endParaRPr lang="en-US" sz="1800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algn="l"/>
            <a:r>
              <a:rPr lang="en-US" sz="1800" i="0" u="none" strike="noStrike">
                <a:solidFill>
                  <a:srgbClr val="000000"/>
                </a:solidFill>
                <a:effectLst/>
                <a:cs typeface="Times New Roman" panose="02020603050405020304" pitchFamily="18" charset="0"/>
              </a:rPr>
              <a:t>Teams tend to win more often by wickets than runs, indicating a preference for chasing teams.</a:t>
            </a:r>
          </a:p>
          <a:p>
            <a:pPr algn="l"/>
            <a:endParaRPr lang="en-US" sz="1800" i="0" u="none" strike="noStrike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algn="l"/>
            <a:r>
              <a:rPr lang="en-US" sz="1800">
                <a:solidFill>
                  <a:srgbClr val="000000"/>
                </a:solidFill>
                <a:cs typeface="Times New Roman" panose="02020603050405020304" pitchFamily="18" charset="0"/>
              </a:rPr>
              <a:t>The rarity of ties and no results underscores the decisive nature of the league.</a:t>
            </a:r>
            <a:endParaRPr lang="en-US" sz="1800" i="0" u="none" strike="noStrike">
              <a:solidFill>
                <a:srgbClr val="000000"/>
              </a:solidFill>
              <a:effectLst/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endParaRPr lang="en-US" sz="1800" b="1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endParaRPr lang="en-US" sz="1800" b="1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endParaRPr lang="en-US" sz="1800" b="1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endParaRPr lang="en-US" sz="1800" b="1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endParaRPr lang="en-US" sz="1800" b="1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457200" lvl="1" indent="0" algn="l">
              <a:buNone/>
            </a:pPr>
            <a:endParaRPr lang="en-US" sz="1800" b="1">
              <a:solidFill>
                <a:srgbClr val="000000"/>
              </a:solidFill>
              <a:cs typeface="Times New Roman" panose="02020603050405020304" pitchFamily="18" charset="0"/>
            </a:endParaRPr>
          </a:p>
          <a:p>
            <a:pPr marL="0" indent="0">
              <a:lnSpc>
                <a:spcPct val="100000"/>
              </a:lnSpc>
              <a:buNone/>
            </a:pP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8D1BB6-360F-5AA4-B783-7BF8E245E1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11</a:t>
            </a:fld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898C874-9930-C9AE-BCD2-3B31555FB8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68627" y="2027011"/>
            <a:ext cx="4938032" cy="36204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1081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0CA27-BDB9-10A7-4A64-CEB7D44E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4379" y="1508903"/>
            <a:ext cx="8490947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Sai Padma Sriya </a:t>
            </a:r>
            <a:r>
              <a:rPr lang="en-US" err="1">
                <a:solidFill>
                  <a:srgbClr val="FFFFFF"/>
                </a:solidFill>
              </a:rPr>
              <a:t>Pothula</a:t>
            </a:r>
            <a:endParaRPr lang="en-US" err="1">
              <a:solidFill>
                <a:srgbClr val="000000"/>
              </a:solidFill>
            </a:endParaRPr>
          </a:p>
          <a:p>
            <a:endParaRPr lang="en-US" sz="48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4A0DC-17DF-B7FA-AB12-C0A11625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1712" y="4776593"/>
            <a:ext cx="6051236" cy="1241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 kern="1200">
                <a:solidFill>
                  <a:srgbClr val="FFFFFF"/>
                </a:solidFill>
                <a:latin typeface="+mn-lt"/>
              </a:rPr>
              <a:t>Master’s in Data Analytics Engineering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371464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352BEC0E-22F8-46D0-9632-375DB541B0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A6121DB-9E29-29E1-65ED-AF59D7C4E1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194157"/>
            <a:ext cx="6894576" cy="1103459"/>
          </a:xfrm>
        </p:spPr>
        <p:txBody>
          <a:bodyPr anchor="b">
            <a:norm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Exploratory Data Analysis - 2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8952" y="2395728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B3EB8A1E-B927-1FF0-3BC9-EF94ABC7625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706624"/>
            <a:ext cx="6894576" cy="3483864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800" b="1">
                <a:ea typeface="+mn-lt"/>
                <a:cs typeface="+mn-lt"/>
              </a:rPr>
              <a:t>Graph 1</a:t>
            </a:r>
            <a:r>
              <a:rPr lang="en-US" sz="1800">
                <a:ea typeface="+mn-lt"/>
                <a:cs typeface="+mn-lt"/>
              </a:rPr>
              <a:t>: Winning the toss has minimal impact on match outcomes if the bars are similar in height, indicating other factors play a more significant role.</a:t>
            </a:r>
            <a:endParaRPr lang="en-US" sz="1800"/>
          </a:p>
          <a:p>
            <a:pPr marL="0" indent="0" algn="just">
              <a:buNone/>
            </a:pPr>
            <a:endParaRPr lang="en-US" sz="1800">
              <a:ea typeface="+mn-lt"/>
              <a:cs typeface="+mn-lt"/>
            </a:endParaRPr>
          </a:p>
          <a:p>
            <a:pPr algn="just"/>
            <a:r>
              <a:rPr lang="en-US" sz="1800" b="1">
                <a:ea typeface="+mn-lt"/>
                <a:cs typeface="+mn-lt"/>
              </a:rPr>
              <a:t>Graph 2</a:t>
            </a:r>
            <a:r>
              <a:rPr lang="en-US" sz="1800">
                <a:ea typeface="+mn-lt"/>
                <a:cs typeface="+mn-lt"/>
              </a:rPr>
              <a:t>: A taller blue bar suggests chasing is often advantageous, while a taller salmon bar implies batting first may offer a strategic edge.</a:t>
            </a:r>
            <a:endParaRPr lang="en-US" sz="1800"/>
          </a:p>
          <a:p>
            <a:pPr marL="0" indent="0">
              <a:buNone/>
            </a:pPr>
            <a:endParaRPr lang="en-US" sz="2200"/>
          </a:p>
        </p:txBody>
      </p:sp>
      <p:pic>
        <p:nvPicPr>
          <p:cNvPr id="11" name="Picture 10" descr="A graph of a comparison between a blue and a pink graph&#10;&#10;Description automatically generated">
            <a:extLst>
              <a:ext uri="{FF2B5EF4-FFF2-40B4-BE49-F238E27FC236}">
                <a16:creationId xmlns:a16="http://schemas.microsoft.com/office/drawing/2014/main" id="{7BFC54D9-8493-3DCC-523F-6038FDA149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0100" y="329183"/>
            <a:ext cx="2864668" cy="2843024"/>
          </a:xfrm>
          <a:prstGeom prst="rect">
            <a:avLst/>
          </a:prstGeom>
        </p:spPr>
      </p:pic>
      <p:pic>
        <p:nvPicPr>
          <p:cNvPr id="10" name="Picture 9" descr="A graph of a match&#10;&#10;Description automatically generated">
            <a:extLst>
              <a:ext uri="{FF2B5EF4-FFF2-40B4-BE49-F238E27FC236}">
                <a16:creationId xmlns:a16="http://schemas.microsoft.com/office/drawing/2014/main" id="{AD821D14-8F9E-2E59-6440-F7B5560EF5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91692" y="3698194"/>
            <a:ext cx="2863792" cy="2557271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14CA1B-A305-3C28-7785-2BB18903F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50330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438EC-9105-93E4-5E7E-9013012A96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036"/>
            <a:ext cx="5863772" cy="1402470"/>
          </a:xfrm>
        </p:spPr>
        <p:txBody>
          <a:bodyPr anchor="t">
            <a:normAutofit/>
          </a:bodyPr>
          <a:lstStyle/>
          <a:p>
            <a:r>
              <a:rPr lang="en-US" sz="3200">
                <a:solidFill>
                  <a:schemeClr val="accent1"/>
                </a:solidFill>
              </a:rPr>
              <a:t>Exploratory Data Analysis - 3</a:t>
            </a: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4F9CA11-F698-144A-64A6-EB40944EA50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314338"/>
            <a:ext cx="5863772" cy="404428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just"/>
            <a:r>
              <a:rPr lang="en-US" sz="1700" b="1">
                <a:ea typeface="+mn-lt"/>
                <a:cs typeface="+mn-lt"/>
              </a:rPr>
              <a:t>Graph 1</a:t>
            </a:r>
            <a:r>
              <a:rPr lang="en-US" sz="1700">
                <a:ea typeface="+mn-lt"/>
                <a:cs typeface="+mn-lt"/>
              </a:rPr>
              <a:t>: Scoring rates increase progressively towards the final overs, suggesting teams take more risks in the latter part of the innings to maximize their total score.</a:t>
            </a:r>
            <a:endParaRPr lang="en-US" sz="1700"/>
          </a:p>
          <a:p>
            <a:pPr marL="0" indent="0" algn="just">
              <a:buNone/>
            </a:pPr>
            <a:endParaRPr lang="en-US" sz="1700">
              <a:ea typeface="+mn-lt"/>
              <a:cs typeface="+mn-lt"/>
            </a:endParaRPr>
          </a:p>
          <a:p>
            <a:pPr algn="just"/>
            <a:r>
              <a:rPr lang="en-US" sz="1700" b="1">
                <a:ea typeface="+mn-lt"/>
                <a:cs typeface="+mn-lt"/>
              </a:rPr>
              <a:t>Graph 2</a:t>
            </a:r>
            <a:r>
              <a:rPr lang="en-US" sz="1700">
                <a:ea typeface="+mn-lt"/>
                <a:cs typeface="+mn-lt"/>
              </a:rPr>
              <a:t>: While a strong Powerplay performance (30-60 runs in the first 6 overs) is crucial, the overlap between winning and losing teams indicates it is not always a decisive factor in determining match outcomes.</a:t>
            </a:r>
            <a:endParaRPr lang="en-US" sz="1700"/>
          </a:p>
          <a:p>
            <a:endParaRPr lang="en-US" sz="20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7BAF364-779C-5DD1-4F4E-33EA713887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02070" y="873174"/>
            <a:ext cx="2956012" cy="2468270"/>
          </a:xfrm>
          <a:prstGeom prst="rect">
            <a:avLst/>
          </a:prstGeom>
        </p:spPr>
      </p:pic>
      <p:pic>
        <p:nvPicPr>
          <p:cNvPr id="7" name="Picture 6" descr="A graph of a graph&#10;&#10;Description automatically generated">
            <a:extLst>
              <a:ext uri="{FF2B5EF4-FFF2-40B4-BE49-F238E27FC236}">
                <a16:creationId xmlns:a16="http://schemas.microsoft.com/office/drawing/2014/main" id="{19FAA5B7-E8FF-9A7B-EB30-DDFF57011F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070" y="3524333"/>
            <a:ext cx="2929696" cy="246827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C57F5F-BDD7-2DC3-E508-C13185BC48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802158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1395D83-6C11-DC90-396C-392F9873E5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195ED1-6994-EBD0-8D51-F770E00A1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0" y="1138265"/>
            <a:ext cx="5791199" cy="1401183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3200">
                <a:solidFill>
                  <a:schemeClr val="accent1"/>
                </a:solidFill>
              </a:rPr>
              <a:t>Exploratory Data Analysis - 4</a:t>
            </a:r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FC23E3B9-5ABF-58B3-E2B0-E9A5DAA900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65140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BE0749-D4FF-2B38-F17F-3F2985D81E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06891"/>
            <a:ext cx="5791199" cy="3784363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endParaRPr lang="en-US" sz="1400" b="1"/>
          </a:p>
          <a:p>
            <a:pPr marL="0" indent="0" algn="just">
              <a:buNone/>
            </a:pPr>
            <a:r>
              <a:rPr lang="en-US" sz="1700"/>
              <a:t>The histogram shows the distribution of total runs scored in cricket matches, forming a bell-shaped curve.  </a:t>
            </a:r>
          </a:p>
          <a:p>
            <a:pPr marL="0" indent="0" algn="just">
              <a:buNone/>
            </a:pPr>
            <a:endParaRPr lang="en-US" sz="1700"/>
          </a:p>
          <a:p>
            <a:pPr algn="just"/>
            <a:r>
              <a:rPr lang="en-US" sz="1700"/>
              <a:t>Most matches end with total scores clustering around 300 runs, which is the peak of the distribution.  </a:t>
            </a:r>
          </a:p>
          <a:p>
            <a:pPr algn="just"/>
            <a:r>
              <a:rPr lang="en-US" sz="1700"/>
              <a:t>Scores below 200 runs and above 400 runs are less frequent, highlighting the typical scoring range in matches.  </a:t>
            </a:r>
          </a:p>
          <a:p>
            <a:pPr algn="just"/>
            <a:r>
              <a:rPr lang="en-US" sz="1700"/>
              <a:t>The symmetrical distribution indicates consistency in match conditions, such as pitch behavior and team strategies.  </a:t>
            </a:r>
          </a:p>
          <a:p>
            <a:pPr algn="just"/>
            <a:r>
              <a:rPr lang="en-US" sz="1700"/>
              <a:t>The histogram helps identify average scoring patterns, which can be useful for analyzing team performance and setting competitive targets. 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F8BC164-E230-753F-2C7E-B4EE7BA77C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8086" y="0"/>
            <a:ext cx="4803913" cy="6858000"/>
          </a:xfrm>
          <a:prstGeom prst="rect">
            <a:avLst/>
          </a:prstGeom>
          <a:solidFill>
            <a:schemeClr val="bg1">
              <a:lumMod val="95000"/>
              <a:alpha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A graph of a distribution of a number of runs&#10;&#10;Description automatically generated">
            <a:extLst>
              <a:ext uri="{FF2B5EF4-FFF2-40B4-BE49-F238E27FC236}">
                <a16:creationId xmlns:a16="http://schemas.microsoft.com/office/drawing/2014/main" id="{2A5B2C3E-D91F-1679-0390-0FF27F8B0D6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050" r="2898" b="1"/>
          <a:stretch/>
        </p:blipFill>
        <p:spPr>
          <a:xfrm>
            <a:off x="8024191" y="1632160"/>
            <a:ext cx="3452192" cy="3588365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BB35BF-4E59-4EBA-FEC2-7624B58E3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 smtClean="0"/>
              <a:pPr>
                <a:spcAft>
                  <a:spcPts val="600"/>
                </a:spcAft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4934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3E4CDA-4206-BFBB-D5E1-961EBD2466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B3367F-D4C2-66A4-7A39-8B6EEF4509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5524" y="704937"/>
            <a:ext cx="10515600" cy="4477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3600">
                <a:solidFill>
                  <a:schemeClr val="accent1"/>
                </a:solidFill>
              </a:rPr>
              <a:t>Exploratory Data Analysis - 5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C2D23D-B216-6660-7FEF-45E14B86D9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35740"/>
            <a:ext cx="5257800" cy="466775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1800" b="1"/>
              <a:t>Total wins per Team across all Seasons:</a:t>
            </a:r>
          </a:p>
          <a:p>
            <a:pPr algn="just">
              <a:lnSpc>
                <a:spcPct val="100000"/>
              </a:lnSpc>
            </a:pPr>
            <a:r>
              <a:rPr lang="en-US" sz="1700"/>
              <a:t>Mumbai Indians lead with the highest number of wins, followed closely by Chennai Super Kings, indicating their consistent dominance in the league.  </a:t>
            </a:r>
          </a:p>
          <a:p>
            <a:pPr algn="just">
              <a:lnSpc>
                <a:spcPct val="100000"/>
              </a:lnSpc>
            </a:pPr>
            <a:r>
              <a:rPr lang="en-US" sz="1700"/>
              <a:t>Teams like Sunrisers Hyderabad and Delhi Capitals show mid-tier performance with moderate win counts.  </a:t>
            </a:r>
          </a:p>
          <a:p>
            <a:pPr algn="just">
              <a:lnSpc>
                <a:spcPct val="100000"/>
              </a:lnSpc>
            </a:pPr>
            <a:r>
              <a:rPr lang="en-US" sz="1700"/>
              <a:t>Newer or short-lived teams, such as Gujarat Titans, Lucknow Super Giants, and Rising Pune </a:t>
            </a:r>
            <a:r>
              <a:rPr lang="en-US" sz="1700" err="1"/>
              <a:t>Supergiants</a:t>
            </a:r>
            <a:r>
              <a:rPr lang="en-US" sz="1700"/>
              <a:t>, have fewer wins due to limited participation.  </a:t>
            </a:r>
          </a:p>
          <a:p>
            <a:pPr algn="just">
              <a:lnSpc>
                <a:spcPct val="100000"/>
              </a:lnSpc>
            </a:pPr>
            <a:r>
              <a:rPr lang="en-US" sz="1700"/>
              <a:t>The chart highlights disparities in performance, with certain teams maintaining long-term success while others show variability or limited opportunities. </a:t>
            </a:r>
          </a:p>
        </p:txBody>
      </p:sp>
      <p:pic>
        <p:nvPicPr>
          <p:cNvPr id="5" name="Picture 4" descr="A graph of different teams&#10;&#10;Description automatically generated">
            <a:extLst>
              <a:ext uri="{FF2B5EF4-FFF2-40B4-BE49-F238E27FC236}">
                <a16:creationId xmlns:a16="http://schemas.microsoft.com/office/drawing/2014/main" id="{E7D6B34A-2054-F92C-F656-390B529EAF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4874" y="2005631"/>
            <a:ext cx="4914914" cy="415013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FE22F6-97FD-C6B9-D08F-F8400B3E06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051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27A1B4-9861-FAD0-DDED-9049762287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F9406-2270-582F-E01A-CA41B2B5C4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56423"/>
            <a:ext cx="10515600" cy="447758"/>
          </a:xfr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z="4000">
                <a:solidFill>
                  <a:schemeClr val="accent1"/>
                </a:solidFill>
              </a:rPr>
              <a:t>Exploratory Data Analysis - 6</a:t>
            </a:r>
            <a:endParaRPr lang="en-US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6EEBE-DE4C-7B62-BEB9-6EA3F00E05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96000" y="1335740"/>
            <a:ext cx="5257800" cy="4428565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2000" b="0" i="0" u="none" strike="noStrike">
                <a:solidFill>
                  <a:srgbClr val="000000"/>
                </a:solidFill>
                <a:effectLst/>
                <a:latin typeface="+mj-lt"/>
              </a:rPr>
              <a:t>Powerplay Performance and Match Results:</a:t>
            </a:r>
            <a:endParaRPr lang="en-US" sz="3100" b="1">
              <a:latin typeface="+mj-lt"/>
            </a:endParaRPr>
          </a:p>
          <a:p>
            <a:pPr algn="just">
              <a:lnSpc>
                <a:spcPct val="100000"/>
              </a:lnSpc>
            </a:pPr>
            <a:r>
              <a:rPr lang="en-US" sz="2000"/>
              <a:t>The graph shows a clear trend where higher powerplay scores correlate with increased chances of winning.</a:t>
            </a:r>
          </a:p>
          <a:p>
            <a:pPr algn="just">
              <a:lnSpc>
                <a:spcPct val="100000"/>
              </a:lnSpc>
            </a:pPr>
            <a:r>
              <a:rPr lang="en-US" sz="2000"/>
              <a:t>Teams scoring less than 30 runs in the powerplay have only a 20% chance of winning, highlighting the importance of early momentum.</a:t>
            </a:r>
          </a:p>
          <a:p>
            <a:pPr algn="just">
              <a:lnSpc>
                <a:spcPct val="100000"/>
              </a:lnSpc>
            </a:pPr>
            <a:r>
              <a:rPr lang="en-US" sz="2000"/>
              <a:t>Balanced outcomes are observed for scores between 30-60 runs, with a 50% win probability.</a:t>
            </a:r>
          </a:p>
          <a:p>
            <a:pPr algn="just">
              <a:lnSpc>
                <a:spcPct val="100000"/>
              </a:lnSpc>
            </a:pPr>
            <a:r>
              <a:rPr lang="en-US" sz="2000"/>
              <a:t>Scoring over 60 runs in the powerplay significantly boosts the win probability to 80%, emphasizing the advantage of aggressive starts.</a:t>
            </a:r>
          </a:p>
          <a:p>
            <a:pPr algn="just">
              <a:lnSpc>
                <a:spcPct val="100000"/>
              </a:lnSpc>
            </a:pPr>
            <a:r>
              <a:rPr lang="en-US" sz="2000"/>
              <a:t>The graph reflects how powerplay performance is a critical phase, impacting team strategies and overall match outcomes.</a:t>
            </a:r>
            <a:endParaRPr lang="en-US" sz="3100"/>
          </a:p>
        </p:txBody>
      </p:sp>
      <p:sp>
        <p:nvSpPr>
          <p:cNvPr id="4" name="AutoShape 2" descr="Uploaded image">
            <a:extLst>
              <a:ext uri="{FF2B5EF4-FFF2-40B4-BE49-F238E27FC236}">
                <a16:creationId xmlns:a16="http://schemas.microsoft.com/office/drawing/2014/main" id="{AC75247F-112D-7209-3629-89DCAD136BE0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8B5E882-6A9B-EE4D-19C9-F57174E5B6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492" y="1716739"/>
            <a:ext cx="4878130" cy="4219796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49CC70B-977C-5AA2-DA46-D80BEDA0CB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559842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22C7011-3788-58B1-CF0A-60D75BF7D7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F37761C-4DA8-FB9C-EC20-440C5A3BC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489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 b="0" i="0" u="none" strike="noStrike">
                <a:solidFill>
                  <a:srgbClr val="FFFFFF"/>
                </a:solidFill>
                <a:effectLst/>
              </a:rPr>
              <a:t>Methodology</a:t>
            </a:r>
            <a:r>
              <a:rPr lang="en-US" sz="4000">
                <a:solidFill>
                  <a:srgbClr val="FFFFFF"/>
                </a:solidFill>
              </a:rPr>
              <a:t> </a:t>
            </a:r>
            <a:r>
              <a:rPr lang="en-US" sz="4000" b="0" i="0" u="none" strike="noStrike">
                <a:solidFill>
                  <a:srgbClr val="FFFFFF"/>
                </a:solidFill>
                <a:effectLst/>
              </a:rPr>
              <a:t> 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D5EBEC-9F38-0841-F21F-87F4FEEC1E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18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C6D9490F-4631-090E-15B7-D74E4E8B342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2754114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1552761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1F0CA27-BDB9-10A7-4A64-CEB7D44EF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30081" y="1786930"/>
            <a:ext cx="4310245" cy="326852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>
                <a:solidFill>
                  <a:srgbClr val="FFFFFF"/>
                </a:solidFill>
              </a:rPr>
              <a:t>Adhi Mohan</a:t>
            </a:r>
          </a:p>
          <a:p>
            <a:endParaRPr lang="en-US" sz="4800" kern="1200">
              <a:solidFill>
                <a:srgbClr val="FFFFFF"/>
              </a:solidFill>
              <a:latin typeface="+mj-lt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E4A0DC-17DF-B7FA-AB12-C0A11625E7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311712" y="4776593"/>
            <a:ext cx="6051236" cy="1241828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000" kern="1200">
                <a:solidFill>
                  <a:srgbClr val="FFFFFF"/>
                </a:solidFill>
                <a:latin typeface="+mn-lt"/>
              </a:rPr>
              <a:t>Master’s in Data Analytics Engineering</a:t>
            </a:r>
          </a:p>
          <a:p>
            <a:pPr algn="ctr"/>
            <a:endParaRPr lang="en-US" sz="2000" kern="1200">
              <a:solidFill>
                <a:srgbClr val="FFFFFF"/>
              </a:solidFill>
              <a:latin typeface="+mn-lt"/>
            </a:endParaRP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0299568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DA220C-F5B2-9019-7546-F9BDDC2E3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54421" y="2369309"/>
            <a:ext cx="4819650" cy="1267453"/>
          </a:xfrm>
        </p:spPr>
        <p:txBody>
          <a:bodyPr/>
          <a:lstStyle/>
          <a:p>
            <a:r>
              <a:rPr lang="en-US"/>
              <a:t>What?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64CF67-4351-1C95-B8B9-E02E2E50E10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38611" y="3859399"/>
            <a:ext cx="4819650" cy="1500187"/>
          </a:xfrm>
        </p:spPr>
        <p:txBody>
          <a:bodyPr vert="horz" lIns="91440" tIns="45720" rIns="91440" bIns="45720" rtlCol="0" anchor="t">
            <a:normAutofit/>
          </a:bodyPr>
          <a:lstStyle/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chemeClr val="bg1"/>
                </a:solidFill>
                <a:latin typeface="Franklin Gothic Medium"/>
                <a:ea typeface="Calibri"/>
                <a:cs typeface="Calibri"/>
              </a:rPr>
              <a:t>Results Analysis</a:t>
            </a:r>
            <a:endParaRPr lang="en-US"/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chemeClr val="bg1"/>
                </a:solidFill>
                <a:latin typeface="Franklin Gothic Medium"/>
                <a:ea typeface="Calibri"/>
                <a:cs typeface="Calibri"/>
              </a:rPr>
              <a:t>Model-drive Insights</a:t>
            </a:r>
          </a:p>
          <a:p>
            <a:pPr lvl="1" algn="ctr">
              <a:lnSpc>
                <a:spcPct val="100000"/>
              </a:lnSpc>
              <a:spcBef>
                <a:spcPts val="0"/>
              </a:spcBef>
            </a:pPr>
            <a:r>
              <a:rPr lang="en-US" sz="2400">
                <a:solidFill>
                  <a:schemeClr val="bg1"/>
                </a:solidFill>
                <a:latin typeface="Franklin Gothic Medium"/>
                <a:ea typeface="Calibri"/>
                <a:cs typeface="Calibri"/>
              </a:rPr>
              <a:t>Conclusion &amp; Future Work</a:t>
            </a:r>
            <a:endParaRPr lang="en-US" sz="2400">
              <a:solidFill>
                <a:schemeClr val="bg1"/>
              </a:solidFill>
              <a:latin typeface="Franklin Gothic Medium"/>
            </a:endParaRPr>
          </a:p>
        </p:txBody>
      </p:sp>
    </p:spTree>
    <p:extLst>
      <p:ext uri="{BB962C8B-B14F-4D97-AF65-F5344CB8AC3E}">
        <p14:creationId xmlns:p14="http://schemas.microsoft.com/office/powerpoint/2010/main" val="40270673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27B0F-7E90-34A9-7B76-CA63D11496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8384FB5-9ADC-4DDC-881B-597D56F5B1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1E5A9A7-95C6-4F4F-B00E-C82E07FE6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07DD2DE-F619-49DD-B5E7-03A290FF4E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85149191-5F60-4A28-AAFF-039F96B0F3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8260ED5-17F7-4158-B241-D51DD4CF1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813250-95A0-0CC2-0DC7-14239A096A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9889" y="3786538"/>
            <a:ext cx="3765177" cy="145527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 sz="2200" b="0" i="0" u="none" strike="noStrike">
                <a:solidFill>
                  <a:schemeClr val="bg1"/>
                </a:solidFill>
                <a:effectLst/>
              </a:rPr>
              <a:t>Does Winning the Toss Affect Match Outcomes?</a:t>
            </a:r>
            <a:endParaRPr lang="en-US" sz="2200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450CD5-704E-4D86-8F40-085FE2BE35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0900" y="1257117"/>
            <a:ext cx="2919738" cy="5538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n-ea"/>
                <a:cs typeface="+mn-cs"/>
              </a:rPr>
              <a:t>Research Question 1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81B6735-D256-3CD6-3163-A6550B40DC24}"/>
              </a:ext>
            </a:extLst>
          </p:cNvPr>
          <p:cNvSpPr txBox="1"/>
          <p:nvPr/>
        </p:nvSpPr>
        <p:spPr>
          <a:xfrm>
            <a:off x="4421749" y="2878935"/>
            <a:ext cx="7337902" cy="297004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/>
              <a:t>Naive Bayes:</a:t>
            </a:r>
            <a:r>
              <a:rPr lang="en-US" sz="1700"/>
              <a:t> Accuracy of </a:t>
            </a:r>
            <a:r>
              <a:rPr lang="en-US" sz="1700" b="1"/>
              <a:t>54.29%</a:t>
            </a:r>
            <a:r>
              <a:rPr lang="en-US" sz="1700"/>
              <a:t>, with balanced accuracy of </a:t>
            </a:r>
            <a:r>
              <a:rPr lang="en-US" sz="1700" b="1"/>
              <a:t>54.19%</a:t>
            </a:r>
            <a:r>
              <a:rPr lang="en-US" sz="1700"/>
              <a:t>, indicating moderate prediction performance.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/>
              <a:t>Random Forest:</a:t>
            </a:r>
            <a:r>
              <a:rPr lang="en-US" sz="1700"/>
              <a:t> Accuracy of </a:t>
            </a:r>
            <a:r>
              <a:rPr lang="en-US" sz="1700" b="1"/>
              <a:t>48%</a:t>
            </a:r>
            <a:r>
              <a:rPr lang="en-US" sz="1700"/>
              <a:t>, with slightly better performance in predicting wins (</a:t>
            </a:r>
            <a:r>
              <a:rPr lang="en-US" sz="1700" b="1"/>
              <a:t>F1-score: 0.51</a:t>
            </a:r>
            <a:r>
              <a:rPr lang="en-US" sz="1700"/>
              <a:t>) compared to losses (</a:t>
            </a:r>
            <a:r>
              <a:rPr lang="en-US" sz="1700" b="1"/>
              <a:t>F1-score: 0.44</a:t>
            </a:r>
            <a:r>
              <a:rPr lang="en-US" sz="170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/>
              <a:t>Logistic Regression:</a:t>
            </a:r>
            <a:r>
              <a:rPr lang="en-US" sz="1700"/>
              <a:t> Best accuracy at </a:t>
            </a:r>
            <a:r>
              <a:rPr lang="en-US" sz="1700" b="1"/>
              <a:t>56.83%</a:t>
            </a:r>
            <a:r>
              <a:rPr lang="en-US" sz="1700"/>
              <a:t>, excelling in predicting wins (</a:t>
            </a:r>
            <a:r>
              <a:rPr lang="en-US" sz="1700" b="1"/>
              <a:t>Recall: 82%</a:t>
            </a:r>
            <a:r>
              <a:rPr lang="en-US" sz="1700"/>
              <a:t>) but weaker for losses (</a:t>
            </a:r>
            <a:r>
              <a:rPr lang="en-US" sz="1700" b="1"/>
              <a:t>Recall: 29%</a:t>
            </a:r>
            <a:r>
              <a:rPr lang="en-US" sz="170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/>
              <a:t>Insights:</a:t>
            </a:r>
            <a:r>
              <a:rPr lang="en-US" sz="1700"/>
              <a:t> Toss outcomes have a </a:t>
            </a:r>
            <a:r>
              <a:rPr lang="en-US" sz="1700" b="1"/>
              <a:t>limited impact</a:t>
            </a:r>
            <a:r>
              <a:rPr lang="en-US" sz="1700"/>
              <a:t> on match results, with other factors like powerplay performance playing a larger role.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0B4B27D-F301-0712-CA56-711CD34EB06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37969089"/>
              </p:ext>
            </p:extLst>
          </p:nvPr>
        </p:nvGraphicFramePr>
        <p:xfrm>
          <a:off x="4601043" y="564353"/>
          <a:ext cx="7008250" cy="19423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1650">
                  <a:extLst>
                    <a:ext uri="{9D8B030D-6E8A-4147-A177-3AD203B41FA5}">
                      <a16:colId xmlns:a16="http://schemas.microsoft.com/office/drawing/2014/main" val="997296695"/>
                    </a:ext>
                  </a:extLst>
                </a:gridCol>
                <a:gridCol w="1401650">
                  <a:extLst>
                    <a:ext uri="{9D8B030D-6E8A-4147-A177-3AD203B41FA5}">
                      <a16:colId xmlns:a16="http://schemas.microsoft.com/office/drawing/2014/main" val="3757339732"/>
                    </a:ext>
                  </a:extLst>
                </a:gridCol>
                <a:gridCol w="1401650">
                  <a:extLst>
                    <a:ext uri="{9D8B030D-6E8A-4147-A177-3AD203B41FA5}">
                      <a16:colId xmlns:a16="http://schemas.microsoft.com/office/drawing/2014/main" val="2829784967"/>
                    </a:ext>
                  </a:extLst>
                </a:gridCol>
                <a:gridCol w="1401650">
                  <a:extLst>
                    <a:ext uri="{9D8B030D-6E8A-4147-A177-3AD203B41FA5}">
                      <a16:colId xmlns:a16="http://schemas.microsoft.com/office/drawing/2014/main" val="3463432637"/>
                    </a:ext>
                  </a:extLst>
                </a:gridCol>
                <a:gridCol w="1401650">
                  <a:extLst>
                    <a:ext uri="{9D8B030D-6E8A-4147-A177-3AD203B41FA5}">
                      <a16:colId xmlns:a16="http://schemas.microsoft.com/office/drawing/2014/main" val="3437392983"/>
                    </a:ext>
                  </a:extLst>
                </a:gridCol>
              </a:tblGrid>
              <a:tr h="5793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Model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Precision (Loss/Win)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Recall (Loss/Win)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F1-Score (Loss/Win)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33293183"/>
                  </a:ext>
                </a:extLst>
              </a:tr>
              <a:tr h="407216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Naïve Bayes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54.29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0.54 / 0.54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0.49 / 0.60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0.54 / 0.54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21245951"/>
                  </a:ext>
                </a:extLst>
              </a:tr>
              <a:tr h="37651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48.00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0.47 / 0.49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0.42 / 0.53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0.44 / 0.51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0689107"/>
                  </a:ext>
                </a:extLst>
              </a:tr>
              <a:tr h="579325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Logistic Regression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56.83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0.61 / 0.56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0.29 / 0.82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0.39 / 0.67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97976553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3E10B7A-083B-BC95-E8F4-A136FB20C1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481886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A7B470F-22D2-170F-06ED-97817D59A9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FCF0F5A-0AD0-314C-3C05-E747A2AF792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2714423-F12B-2007-C8E2-07C19B69902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E02F5C6-C01A-2D3B-59E0-041CB9EEE0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F9F618FF-0AD6-91B1-162A-60C6622398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A1DDF0BF-9041-1E04-946F-DEE38FD42B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BF14396-643F-022D-EA4E-C6E17D9B84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69" y="3707700"/>
            <a:ext cx="3765177" cy="912714"/>
          </a:xfrm>
        </p:spPr>
        <p:txBody>
          <a:bodyPr vert="horz" lIns="91440" tIns="45720" rIns="91440" bIns="45720" rtlCol="0" anchor="t">
            <a:normAutofit fontScale="90000"/>
          </a:bodyPr>
          <a:lstStyle/>
          <a:p>
            <a:pPr algn="ctr"/>
            <a:r>
              <a:rPr lang="en-US" sz="2400">
                <a:solidFill>
                  <a:schemeClr val="bg1"/>
                </a:solidFill>
                <a:effectLst/>
                <a:ea typeface="SimSun"/>
              </a:rPr>
              <a:t>Role of Powerplay Performance in Determining Match Outcome</a:t>
            </a:r>
            <a:r>
              <a:rPr lang="en-US" sz="2400">
                <a:solidFill>
                  <a:schemeClr val="bg1"/>
                </a:solidFill>
                <a:effectLst/>
              </a:rPr>
              <a:t> </a:t>
            </a:r>
            <a:endParaRPr lang="en-US">
              <a:solidFill>
                <a:schemeClr val="bg1"/>
              </a:solidFill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65ADE-6D2F-8BC1-BFD7-7F719CF82B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6958" y="1221721"/>
            <a:ext cx="2919738" cy="5538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buNone/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n-ea"/>
                <a:cs typeface="+mn-cs"/>
              </a:rPr>
              <a:t>Research Question 2</a:t>
            </a:r>
            <a:endParaRPr lang="en-US"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66F03E2-804D-6202-6977-7BF4B1356118}"/>
              </a:ext>
            </a:extLst>
          </p:cNvPr>
          <p:cNvSpPr txBox="1"/>
          <p:nvPr/>
        </p:nvSpPr>
        <p:spPr>
          <a:xfrm>
            <a:off x="4421749" y="2878935"/>
            <a:ext cx="7337902" cy="349326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Naive Bayes: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 Accuracy of 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64.37%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, with balanced accuracy of 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64.37%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, showing moderate prediction capability for losses (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Sensitivity: 60.86%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) and wins (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Specificity: 67.89%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).</a:t>
            </a:r>
            <a:endParaRPr lang="en-US" sz="1700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b="0" i="0" u="none" strike="noStrike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Random Forest: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 Accuracy of 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56.00%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, performing slightly better for wins (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F1-score: 0.59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) compared to losses (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F1-score: 0.52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b="0" i="0" u="none" strike="noStrike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Logistic Regression: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 Best accuracy at 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63.00%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, with consistent performance for both wins and losses (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Precision: 0.61 / 0.65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, 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Recall: 0.61 / 0.65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 b="0" i="0" u="none" strike="noStrike">
              <a:solidFill>
                <a:srgbClr val="000000"/>
              </a:solidFill>
              <a:effectLst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>
                <a:solidFill>
                  <a:srgbClr val="000000"/>
                </a:solidFill>
              </a:rPr>
              <a:t>Insights</a:t>
            </a:r>
            <a:r>
              <a:rPr lang="en-US" sz="1700" b="1" i="0" u="none" strike="noStrike">
                <a:solidFill>
                  <a:srgbClr val="000000"/>
                </a:solidFill>
                <a:effectLst/>
              </a:rPr>
              <a:t>:</a:t>
            </a:r>
            <a:r>
              <a:rPr lang="en-US" sz="1700" b="0" i="0" u="none" strike="noStrike">
                <a:solidFill>
                  <a:srgbClr val="000000"/>
                </a:solidFill>
                <a:effectLst/>
              </a:rPr>
              <a:t> Powerplay performance moderately impacts match outcomes, with all models showing reasonable predictive ability.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615B6AA-F022-1A7E-35B7-10796E1DF08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9519581"/>
              </p:ext>
            </p:extLst>
          </p:nvPr>
        </p:nvGraphicFramePr>
        <p:xfrm>
          <a:off x="4601042" y="556557"/>
          <a:ext cx="6784135" cy="188184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56827">
                  <a:extLst>
                    <a:ext uri="{9D8B030D-6E8A-4147-A177-3AD203B41FA5}">
                      <a16:colId xmlns:a16="http://schemas.microsoft.com/office/drawing/2014/main" val="3301659761"/>
                    </a:ext>
                  </a:extLst>
                </a:gridCol>
                <a:gridCol w="1356827">
                  <a:extLst>
                    <a:ext uri="{9D8B030D-6E8A-4147-A177-3AD203B41FA5}">
                      <a16:colId xmlns:a16="http://schemas.microsoft.com/office/drawing/2014/main" val="502166716"/>
                    </a:ext>
                  </a:extLst>
                </a:gridCol>
                <a:gridCol w="1356827">
                  <a:extLst>
                    <a:ext uri="{9D8B030D-6E8A-4147-A177-3AD203B41FA5}">
                      <a16:colId xmlns:a16="http://schemas.microsoft.com/office/drawing/2014/main" val="4254981663"/>
                    </a:ext>
                  </a:extLst>
                </a:gridCol>
                <a:gridCol w="1356827">
                  <a:extLst>
                    <a:ext uri="{9D8B030D-6E8A-4147-A177-3AD203B41FA5}">
                      <a16:colId xmlns:a16="http://schemas.microsoft.com/office/drawing/2014/main" val="687036262"/>
                    </a:ext>
                  </a:extLst>
                </a:gridCol>
                <a:gridCol w="1356827">
                  <a:extLst>
                    <a:ext uri="{9D8B030D-6E8A-4147-A177-3AD203B41FA5}">
                      <a16:colId xmlns:a16="http://schemas.microsoft.com/office/drawing/2014/main" val="3135981985"/>
                    </a:ext>
                  </a:extLst>
                </a:gridCol>
              </a:tblGrid>
              <a:tr h="5660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Model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Precision (Loss/Win)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Recall (Loss/Win)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F1-Score (Loss/Win)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1504431"/>
                  </a:ext>
                </a:extLst>
              </a:tr>
              <a:tr h="384093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Naïve Bayes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64.37%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0.65 / 0.63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0.61 / 0.68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0.65 / 0.63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00125565"/>
                  </a:ext>
                </a:extLst>
              </a:tr>
              <a:tr h="3656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56.00%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0.53 / 0.58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0.52 / 0.59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0.52 / 0.59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5770515"/>
                  </a:ext>
                </a:extLst>
              </a:tr>
              <a:tr h="566029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Logistic Regression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63.00%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0.61 / 0.65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0.61 / 0.65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0.61 / 0.65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47627626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C294093-9C7D-603A-DD0C-2BDFC85A4A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78613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9B762F5-1238-BEFE-F765-F0CDECBD9E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AAC6112-7F53-94FA-E65B-E4637F5C1A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014B52A-399D-F50F-E9ED-62EF63D41D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7539" y="1417538"/>
            <a:ext cx="6875818" cy="4040744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EF4BA527-E0BC-3E36-AFB2-8C2950635B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158495" y="2660473"/>
            <a:ext cx="4355594" cy="4038603"/>
          </a:xfrm>
          <a:prstGeom prst="rect">
            <a:avLst/>
          </a:prstGeom>
          <a:gradFill>
            <a:gsLst>
              <a:gs pos="0">
                <a:schemeClr val="accent1">
                  <a:alpha val="50000"/>
                </a:schemeClr>
              </a:gs>
              <a:gs pos="100000">
                <a:schemeClr val="accent1">
                  <a:lumMod val="50000"/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54EEF1D-BC3C-C027-3C37-A155AA9ABA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-1180882" y="1638085"/>
            <a:ext cx="6857572" cy="3581401"/>
          </a:xfrm>
          <a:prstGeom prst="rect">
            <a:avLst/>
          </a:prstGeom>
          <a:gradFill>
            <a:gsLst>
              <a:gs pos="0">
                <a:srgbClr val="000000">
                  <a:alpha val="59000"/>
                </a:srgbClr>
              </a:gs>
              <a:gs pos="69000">
                <a:schemeClr val="accent1">
                  <a:alpha val="0"/>
                </a:scheme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F9EAEA7D-971F-B505-A63B-21E939AA2F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097846">
            <a:off x="-747355" y="1201312"/>
            <a:ext cx="4808302" cy="4088666"/>
          </a:xfrm>
          <a:custGeom>
            <a:avLst/>
            <a:gdLst>
              <a:gd name="connsiteX0" fmla="*/ 48844 w 4808302"/>
              <a:gd name="connsiteY0" fmla="*/ 2888671 h 4088666"/>
              <a:gd name="connsiteX1" fmla="*/ 0 w 4808302"/>
              <a:gd name="connsiteY1" fmla="*/ 2404151 h 4088666"/>
              <a:gd name="connsiteX2" fmla="*/ 2404151 w 4808302"/>
              <a:gd name="connsiteY2" fmla="*/ 0 h 4088666"/>
              <a:gd name="connsiteX3" fmla="*/ 4808302 w 4808302"/>
              <a:gd name="connsiteY3" fmla="*/ 2404151 h 4088666"/>
              <a:gd name="connsiteX4" fmla="*/ 4700216 w 4808302"/>
              <a:gd name="connsiteY4" fmla="*/ 3119072 h 4088666"/>
              <a:gd name="connsiteX5" fmla="*/ 4643143 w 4808302"/>
              <a:gd name="connsiteY5" fmla="*/ 3275009 h 4088666"/>
              <a:gd name="connsiteX6" fmla="*/ 690093 w 4808302"/>
              <a:gd name="connsiteY6" fmla="*/ 4088666 h 4088666"/>
              <a:gd name="connsiteX7" fmla="*/ 548991 w 4808302"/>
              <a:gd name="connsiteY7" fmla="*/ 3933414 h 4088666"/>
              <a:gd name="connsiteX8" fmla="*/ 48844 w 4808302"/>
              <a:gd name="connsiteY8" fmla="*/ 2888671 h 408866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808302" h="4088666">
                <a:moveTo>
                  <a:pt x="48844" y="2888671"/>
                </a:moveTo>
                <a:cubicBezTo>
                  <a:pt x="16818" y="2732167"/>
                  <a:pt x="0" y="2570123"/>
                  <a:pt x="0" y="2404151"/>
                </a:cubicBezTo>
                <a:cubicBezTo>
                  <a:pt x="0" y="1076375"/>
                  <a:pt x="1076375" y="0"/>
                  <a:pt x="2404151" y="0"/>
                </a:cubicBezTo>
                <a:cubicBezTo>
                  <a:pt x="3731927" y="0"/>
                  <a:pt x="4808302" y="1076375"/>
                  <a:pt x="4808302" y="2404151"/>
                </a:cubicBezTo>
                <a:cubicBezTo>
                  <a:pt x="4808302" y="2653109"/>
                  <a:pt x="4770461" y="2893229"/>
                  <a:pt x="4700216" y="3119072"/>
                </a:cubicBezTo>
                <a:lnTo>
                  <a:pt x="4643143" y="3275009"/>
                </a:lnTo>
                <a:lnTo>
                  <a:pt x="690093" y="4088666"/>
                </a:lnTo>
                <a:lnTo>
                  <a:pt x="548991" y="3933414"/>
                </a:lnTo>
                <a:cubicBezTo>
                  <a:pt x="304015" y="3636572"/>
                  <a:pt x="128908" y="3279932"/>
                  <a:pt x="48844" y="2888671"/>
                </a:cubicBezTo>
                <a:close/>
              </a:path>
            </a:pathLst>
          </a:custGeom>
          <a:gradFill>
            <a:gsLst>
              <a:gs pos="39000">
                <a:schemeClr val="accent1">
                  <a:lumMod val="60000"/>
                  <a:lumOff val="40000"/>
                  <a:alpha val="0"/>
                </a:schemeClr>
              </a:gs>
              <a:gs pos="100000">
                <a:schemeClr val="accent1">
                  <a:lumMod val="75000"/>
                  <a:alpha val="26000"/>
                </a:schemeClr>
              </a:gs>
            </a:gsLst>
            <a:lin ang="18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88821AC-F0ED-1024-56ED-BBE6A3C7E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1669" y="3671981"/>
            <a:ext cx="3765177" cy="756023"/>
          </a:xfrm>
        </p:spPr>
        <p:txBody>
          <a:bodyPr vert="horz" lIns="91440" tIns="45720" rIns="91440" bIns="45720" rtlCol="0" anchor="t">
            <a:noAutofit/>
          </a:bodyPr>
          <a:lstStyle/>
          <a:p>
            <a:pPr algn="ctr"/>
            <a:r>
              <a:rPr lang="en-US" sz="2200">
                <a:solidFill>
                  <a:schemeClr val="bg1"/>
                </a:solidFill>
                <a:effectLst/>
                <a:ea typeface="SimSun"/>
              </a:rPr>
              <a:t>Influence of Individual Performance Metrics on Player of the Match</a:t>
            </a:r>
            <a:r>
              <a:rPr lang="en-US" sz="2400">
                <a:solidFill>
                  <a:schemeClr val="bg1"/>
                </a:solidFill>
                <a:effectLst/>
              </a:rPr>
              <a:t> </a:t>
            </a:r>
            <a:endParaRPr lang="en-US">
              <a:ea typeface="+mj-ea"/>
              <a:cs typeface="+mj-cs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D4A212-B6C8-3E2C-EF53-FB3888C09C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80333" y="1162189"/>
            <a:ext cx="2919738" cy="5538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L="0" indent="0">
              <a:buNone/>
            </a:pPr>
            <a:r>
              <a:rPr lang="en-US" sz="2000" kern="1200">
                <a:solidFill>
                  <a:srgbClr val="FFFFFF"/>
                </a:solidFill>
                <a:latin typeface="+mj-lt"/>
                <a:ea typeface="+mn-ea"/>
                <a:cs typeface="+mn-cs"/>
              </a:rPr>
              <a:t>Research Question 3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8EC2D8-D885-BC8D-9B82-D847721A37F4}"/>
              </a:ext>
            </a:extLst>
          </p:cNvPr>
          <p:cNvSpPr txBox="1"/>
          <p:nvPr/>
        </p:nvSpPr>
        <p:spPr>
          <a:xfrm>
            <a:off x="4421749" y="2878935"/>
            <a:ext cx="7337902" cy="3231654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/>
              <a:t>Naïve Bayes:</a:t>
            </a:r>
            <a:r>
              <a:rPr lang="en-US" sz="1700"/>
              <a:t> Accuracy of </a:t>
            </a:r>
            <a:r>
              <a:rPr lang="en-US" sz="1700" b="1"/>
              <a:t>86.23%</a:t>
            </a:r>
            <a:r>
              <a:rPr lang="en-US" sz="1700"/>
              <a:t>, with high recall for "No Award" (</a:t>
            </a:r>
            <a:r>
              <a:rPr lang="en-US" sz="1700" b="1"/>
              <a:t>94%</a:t>
            </a:r>
            <a:r>
              <a:rPr lang="en-US" sz="1700"/>
              <a:t>) but fails to predict "Won Award" (</a:t>
            </a:r>
            <a:r>
              <a:rPr lang="en-US" sz="1700" b="1"/>
              <a:t>Recall: 0%</a:t>
            </a:r>
            <a:r>
              <a:rPr lang="en-US" sz="1700"/>
              <a:t>).</a:t>
            </a:r>
            <a:endParaRPr lang="en-US"/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/>
              <a:t>Random Forest:</a:t>
            </a:r>
            <a:r>
              <a:rPr lang="en-US" sz="1700"/>
              <a:t> Best accuracy at </a:t>
            </a:r>
            <a:r>
              <a:rPr lang="en-US" sz="1700" b="1"/>
              <a:t>92%</a:t>
            </a:r>
            <a:r>
              <a:rPr lang="en-US" sz="1700"/>
              <a:t>, performing well for "No Award" (</a:t>
            </a:r>
            <a:r>
              <a:rPr lang="en-US" sz="1700" b="1"/>
              <a:t>F1-score: 0.96</a:t>
            </a:r>
            <a:r>
              <a:rPr lang="en-US" sz="1700"/>
              <a:t>) but moderately for "Won Award" (</a:t>
            </a:r>
            <a:r>
              <a:rPr lang="en-US" sz="1700" b="1"/>
              <a:t>F1-score: 0.32</a:t>
            </a:r>
            <a:r>
              <a:rPr lang="en-US" sz="170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/>
              <a:t>Logistic Regression:</a:t>
            </a:r>
            <a:r>
              <a:rPr lang="en-US" sz="1700"/>
              <a:t> Accuracy of </a:t>
            </a:r>
            <a:r>
              <a:rPr lang="en-US" sz="1700" b="1"/>
              <a:t>86.57%</a:t>
            </a:r>
            <a:r>
              <a:rPr lang="en-US" sz="1700"/>
              <a:t>, excelling in predicting "No Award" (</a:t>
            </a:r>
            <a:r>
              <a:rPr lang="en-US" sz="1700" b="1"/>
              <a:t>F1-score: 0.93</a:t>
            </a:r>
            <a:r>
              <a:rPr lang="en-US" sz="1700"/>
              <a:t>) but fails for "Won Award" (</a:t>
            </a:r>
            <a:r>
              <a:rPr lang="en-US" sz="1700" b="1"/>
              <a:t>F1-score: 0%</a:t>
            </a:r>
            <a:r>
              <a:rPr lang="en-US" sz="1700"/>
              <a:t>).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endParaRPr lang="en-US" sz="170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700" b="1"/>
              <a:t>Conclusion:</a:t>
            </a:r>
            <a:r>
              <a:rPr lang="en-US" sz="1700"/>
              <a:t> Models perform better at predicting "No Award" but struggle with "Won Award" due to class imbalance, suggesting the need for additional features or balanced data.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4A93F00F-FB0D-F4BB-3863-A5E03CFEDC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4663252"/>
              </p:ext>
            </p:extLst>
          </p:nvPr>
        </p:nvGraphicFramePr>
        <p:xfrm>
          <a:off x="4601043" y="425760"/>
          <a:ext cx="6461405" cy="220188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92281">
                  <a:extLst>
                    <a:ext uri="{9D8B030D-6E8A-4147-A177-3AD203B41FA5}">
                      <a16:colId xmlns:a16="http://schemas.microsoft.com/office/drawing/2014/main" val="3362832195"/>
                    </a:ext>
                  </a:extLst>
                </a:gridCol>
                <a:gridCol w="1292281">
                  <a:extLst>
                    <a:ext uri="{9D8B030D-6E8A-4147-A177-3AD203B41FA5}">
                      <a16:colId xmlns:a16="http://schemas.microsoft.com/office/drawing/2014/main" val="2286905163"/>
                    </a:ext>
                  </a:extLst>
                </a:gridCol>
                <a:gridCol w="1292281">
                  <a:extLst>
                    <a:ext uri="{9D8B030D-6E8A-4147-A177-3AD203B41FA5}">
                      <a16:colId xmlns:a16="http://schemas.microsoft.com/office/drawing/2014/main" val="2158303939"/>
                    </a:ext>
                  </a:extLst>
                </a:gridCol>
                <a:gridCol w="1292281">
                  <a:extLst>
                    <a:ext uri="{9D8B030D-6E8A-4147-A177-3AD203B41FA5}">
                      <a16:colId xmlns:a16="http://schemas.microsoft.com/office/drawing/2014/main" val="3892167474"/>
                    </a:ext>
                  </a:extLst>
                </a:gridCol>
                <a:gridCol w="1292281">
                  <a:extLst>
                    <a:ext uri="{9D8B030D-6E8A-4147-A177-3AD203B41FA5}">
                      <a16:colId xmlns:a16="http://schemas.microsoft.com/office/drawing/2014/main" val="2341790167"/>
                    </a:ext>
                  </a:extLst>
                </a:gridCol>
              </a:tblGrid>
              <a:tr h="86099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Model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Accuracy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Precision (No Award/Won Award)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Recall (No Award/Won Award)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F1-Score (No Award/Won Award)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6781438"/>
                  </a:ext>
                </a:extLst>
              </a:tr>
              <a:tr h="41654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Naïve Bayes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86.23%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0.04 / 0.00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0.94 / 0.00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0.04 / 0.00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3181230"/>
                  </a:ext>
                </a:extLst>
              </a:tr>
              <a:tr h="358588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Random Forest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92.00%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0.97 / 0.25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0.94 / 0.42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0.96 / 0.32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73352617"/>
                  </a:ext>
                </a:extLst>
              </a:tr>
              <a:tr h="565762"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Logistic Regression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86.57%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0.87 / 0.00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1.00 / 0.00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en-US" sz="1100">
                          <a:effectLst/>
                        </a:rPr>
                        <a:t>0.93 / 0.00</a:t>
                      </a:r>
                      <a:endParaRPr lang="en-US" sz="11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0859926"/>
                  </a:ext>
                </a:extLst>
              </a:tr>
            </a:tbl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7648B-7396-979B-B325-1374381AD3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0644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7" name="Rectangle 96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98" name="Rectangle 97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Rectangle 98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Rectangle 99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" name="Freeform: Shape 86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E8EF206-F73F-4764-358B-DB23E9993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58" name="Content Placeholder 2">
            <a:extLst>
              <a:ext uri="{FF2B5EF4-FFF2-40B4-BE49-F238E27FC236}">
                <a16:creationId xmlns:a16="http://schemas.microsoft.com/office/drawing/2014/main" id="{D7F5ADDD-568E-31F9-7731-7098BFAF417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buNone/>
            </a:pPr>
            <a:r>
              <a:rPr lang="en-US" sz="1900" b="1">
                <a:ea typeface="+mn-lt"/>
                <a:cs typeface="+mn-lt"/>
              </a:rPr>
              <a:t>Impact of Toss</a:t>
            </a:r>
            <a:r>
              <a:rPr lang="en-US" sz="1900">
                <a:ea typeface="+mn-lt"/>
                <a:cs typeface="+mn-lt"/>
              </a:rPr>
              <a:t>: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Slight improvements in accuracy suggest toss has minimal influence on match outcomes.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Indicates other factors play a more significant role.</a:t>
            </a:r>
            <a:endParaRPr lang="en-US" sz="1900"/>
          </a:p>
          <a:p>
            <a:pPr marL="0" indent="0">
              <a:buNone/>
            </a:pPr>
            <a:endParaRPr lang="en-US" sz="19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900" b="1">
                <a:ea typeface="+mn-lt"/>
                <a:cs typeface="+mn-lt"/>
              </a:rPr>
              <a:t>Powerplay Performance</a:t>
            </a:r>
            <a:r>
              <a:rPr lang="en-US" sz="1900">
                <a:ea typeface="+mn-lt"/>
                <a:cs typeface="+mn-lt"/>
              </a:rPr>
              <a:t>: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Moderate correlation with match outcomes (runs scored, wickets lost).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Naïve Bayes and Logistic Regression performed relatively better, making this stage a valuable predictive feature.</a:t>
            </a:r>
            <a:endParaRPr lang="en-US" sz="1900"/>
          </a:p>
          <a:p>
            <a:pPr marL="0" indent="0">
              <a:buNone/>
            </a:pPr>
            <a:endParaRPr lang="en-US" sz="190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1900" b="1">
                <a:ea typeface="+mn-lt"/>
                <a:cs typeface="+mn-lt"/>
              </a:rPr>
              <a:t>Individual Player Metrics</a:t>
            </a:r>
            <a:r>
              <a:rPr lang="en-US" sz="1900">
                <a:ea typeface="+mn-lt"/>
                <a:cs typeface="+mn-lt"/>
              </a:rPr>
              <a:t>: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Challenges in predicting "Player of the Match" awards due to class imbalance.</a:t>
            </a:r>
            <a:endParaRPr lang="en-US" sz="1900"/>
          </a:p>
          <a:p>
            <a:r>
              <a:rPr lang="en-US" sz="1900">
                <a:ea typeface="+mn-lt"/>
                <a:cs typeface="+mn-lt"/>
              </a:rPr>
              <a:t>Random Forest struggled with minority classes, emphasizing the need for improved feature engineering.</a:t>
            </a:r>
            <a:endParaRPr lang="en-US" sz="1900"/>
          </a:p>
          <a:p>
            <a:pPr marL="0" indent="0">
              <a:buNone/>
            </a:pPr>
            <a:endParaRPr lang="en-US" sz="1900"/>
          </a:p>
          <a:p>
            <a:endParaRPr lang="en-US" sz="190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2B4D111-B151-E2D3-B013-111D6B1394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704320" y="6455664"/>
            <a:ext cx="448056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944FE883-4AC6-394B-8129-6E4BB686DB20}" type="slidenum">
              <a:rPr lang="en-US" sz="1100">
                <a:solidFill>
                  <a:schemeClr val="tx1">
                    <a:lumMod val="50000"/>
                    <a:lumOff val="50000"/>
                  </a:schemeClr>
                </a:solidFill>
              </a:rPr>
              <a:pPr>
                <a:spcAft>
                  <a:spcPts val="600"/>
                </a:spcAft>
              </a:pPr>
              <a:t>24</a:t>
            </a:fld>
            <a:endParaRPr lang="en-US" sz="110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286776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005239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F18241A-2180-8F66-A74E-0DE6753E6B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846614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Future Work</a:t>
            </a:r>
          </a:p>
        </p:txBody>
      </p:sp>
      <p:graphicFrame>
        <p:nvGraphicFramePr>
          <p:cNvPr id="40" name="Content Placeholder 2">
            <a:extLst>
              <a:ext uri="{FF2B5EF4-FFF2-40B4-BE49-F238E27FC236}">
                <a16:creationId xmlns:a16="http://schemas.microsoft.com/office/drawing/2014/main" id="{F05B4F7F-507B-5C79-9B64-6C393319FA7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98591403"/>
              </p:ext>
            </p:extLst>
          </p:nvPr>
        </p:nvGraphicFramePr>
        <p:xfrm>
          <a:off x="5484139" y="477540"/>
          <a:ext cx="63016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71" name="Slide Number Placeholder 70">
            <a:extLst>
              <a:ext uri="{FF2B5EF4-FFF2-40B4-BE49-F238E27FC236}">
                <a16:creationId xmlns:a16="http://schemas.microsoft.com/office/drawing/2014/main" id="{62137142-22E0-CD45-069B-1926D31B78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861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3" name="Rectangle 82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ectangle 84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Rectangle 86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2FC7CF-2F16-02F6-EA7A-F28B02CFF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Timeline</a:t>
            </a:r>
          </a:p>
        </p:txBody>
      </p:sp>
      <p:graphicFrame>
        <p:nvGraphicFramePr>
          <p:cNvPr id="79" name="Content Placeholder 3">
            <a:extLst>
              <a:ext uri="{FF2B5EF4-FFF2-40B4-BE49-F238E27FC236}">
                <a16:creationId xmlns:a16="http://schemas.microsoft.com/office/drawing/2014/main" id="{B6A77D33-BC5B-1FDA-EFAE-686B393CBF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9418272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68" name="Slide Number Placeholder 567">
            <a:extLst>
              <a:ext uri="{FF2B5EF4-FFF2-40B4-BE49-F238E27FC236}">
                <a16:creationId xmlns:a16="http://schemas.microsoft.com/office/drawing/2014/main" id="{2AECE016-BC1F-2BFC-E973-97C5BB4B0E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77826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D5E74-15BC-25F8-3F21-CA21E84C2F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 Link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FA17F8-FE33-6286-3883-F2CD2A85BA6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endParaRPr lang="en-US">
              <a:ea typeface="+mn-lt"/>
              <a:cs typeface="+mn-lt"/>
            </a:endParaRPr>
          </a:p>
          <a:p>
            <a:pPr marL="0" indent="0" algn="ctr">
              <a:buNone/>
            </a:pPr>
            <a:r>
              <a:rPr lang="en-US">
                <a:ea typeface="+mn-lt"/>
                <a:cs typeface="+mn-lt"/>
                <a:hlinkClick r:id="rId2"/>
              </a:rPr>
              <a:t>https://mason.gmu.edu/~spuspo/project.html</a:t>
            </a:r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2E5C22-2662-D55B-0D2D-D90BF92663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4FE883-4AC6-394B-8129-6E4BB686DB20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428217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AC4EF11-79DB-BDE8-1AC5-AA6A297540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Group 4">
            <a:extLst>
              <a:ext uri="{FF2B5EF4-FFF2-40B4-BE49-F238E27FC236}">
                <a16:creationId xmlns:a16="http://schemas.microsoft.com/office/drawing/2014/main" id="{D19F7815-3AA2-7679-26F4-A63338C8B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668" y="4843169"/>
            <a:ext cx="12196668" cy="2016059"/>
            <a:chOff x="-4668" y="4843169"/>
            <a:chExt cx="12196668" cy="2016059"/>
          </a:xfrm>
        </p:grpSpPr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56154CE-3587-5C44-2A6B-1FE49B302C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-4668" y="4843169"/>
              <a:ext cx="12196668" cy="2015947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E7A46DB-98C4-E666-AEC5-DF8B5DD9E7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4400"/>
              <a:ext cx="10565988" cy="2014828"/>
            </a:xfrm>
            <a:prstGeom prst="rect">
              <a:avLst/>
            </a:prstGeom>
            <a:gradFill flip="none" rotWithShape="1">
              <a:gsLst>
                <a:gs pos="3000">
                  <a:schemeClr val="accent2"/>
                </a:gs>
                <a:gs pos="40000">
                  <a:schemeClr val="accent2">
                    <a:alpha val="0"/>
                  </a:schemeClr>
                </a:gs>
              </a:gsLst>
              <a:lin ang="17400000" scaled="0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89F8962A-028A-2EBA-FBCF-F9B03344009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-4668" y="4843170"/>
              <a:ext cx="10309010" cy="2006799"/>
            </a:xfrm>
            <a:prstGeom prst="rect">
              <a:avLst/>
            </a:prstGeom>
            <a:gradFill>
              <a:gsLst>
                <a:gs pos="0">
                  <a:schemeClr val="accent5">
                    <a:alpha val="76000"/>
                  </a:schemeClr>
                </a:gs>
                <a:gs pos="67000">
                  <a:schemeClr val="accent2">
                    <a:alpha val="0"/>
                  </a:schemeClr>
                </a:gs>
              </a:gsLst>
              <a:lin ang="4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F139663-D7C2-5898-E610-2183584AC56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0800000">
              <a:off x="4105876" y="4851203"/>
              <a:ext cx="8086124" cy="2006797"/>
            </a:xfrm>
            <a:prstGeom prst="rect">
              <a:avLst/>
            </a:prstGeom>
            <a:gradFill flip="none" rotWithShape="1">
              <a:gsLst>
                <a:gs pos="0">
                  <a:schemeClr val="accent5">
                    <a:lumMod val="50000"/>
                    <a:alpha val="36000"/>
                  </a:schemeClr>
                </a:gs>
                <a:gs pos="45000">
                  <a:schemeClr val="accent5">
                    <a:alpha val="0"/>
                  </a:schemeClr>
                </a:gs>
              </a:gsLst>
              <a:lin ang="4200000" scaled="0"/>
              <a:tileRect/>
            </a:gradFill>
            <a:ln w="12700" cap="flat" cmpd="sng" algn="ctr">
              <a:noFill/>
              <a:prstDash val="solid"/>
              <a:miter lim="800000"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C4D100D0-47E4-68CA-1FF5-5BB8A299D5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95183" y="3654241"/>
            <a:ext cx="4354654" cy="702264"/>
          </a:xfrm>
        </p:spPr>
        <p:txBody>
          <a:bodyPr anchor="b">
            <a:normAutofit fontScale="90000"/>
          </a:bodyPr>
          <a:lstStyle/>
          <a:p>
            <a:r>
              <a:rPr lang="en-US" sz="3600">
                <a:solidFill>
                  <a:schemeClr val="accent1"/>
                </a:solidFill>
                <a:ea typeface="+mj-lt"/>
                <a:cs typeface="+mj-lt"/>
              </a:rPr>
              <a:t> </a:t>
            </a:r>
            <a:r>
              <a:rPr lang="en-US" sz="4400">
                <a:solidFill>
                  <a:schemeClr val="accent1"/>
                </a:solidFill>
                <a:ea typeface="+mj-lt"/>
                <a:cs typeface="+mj-lt"/>
              </a:rPr>
              <a:t>Thank you!</a:t>
            </a:r>
            <a:br>
              <a:rPr lang="en-US" sz="4400">
                <a:solidFill>
                  <a:schemeClr val="accent1"/>
                </a:solidFill>
                <a:ea typeface="+mj-lt"/>
                <a:cs typeface="+mj-lt"/>
              </a:rPr>
            </a:br>
            <a:r>
              <a:rPr lang="en-US" sz="4400">
                <a:solidFill>
                  <a:schemeClr val="accent1"/>
                </a:solidFill>
                <a:ea typeface="+mj-lt"/>
                <a:cs typeface="+mj-lt"/>
              </a:rPr>
              <a:t>Any Questions?</a:t>
            </a:r>
            <a:endParaRPr lang="en-US" sz="4400">
              <a:solidFill>
                <a:schemeClr val="accent1"/>
              </a:solidFill>
            </a:endParaRPr>
          </a:p>
          <a:p>
            <a:endParaRPr lang="en-US" sz="1400">
              <a:solidFill>
                <a:srgbClr val="FFFFFF"/>
              </a:solidFill>
            </a:endParaRPr>
          </a:p>
        </p:txBody>
      </p:sp>
      <p:pic>
        <p:nvPicPr>
          <p:cNvPr id="16" name="Graphic 15" descr="Help">
            <a:extLst>
              <a:ext uri="{FF2B5EF4-FFF2-40B4-BE49-F238E27FC236}">
                <a16:creationId xmlns:a16="http://schemas.microsoft.com/office/drawing/2014/main" id="{C6CC27DD-F4DA-947B-9168-F64F3F796C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028532" y="461527"/>
            <a:ext cx="3894978" cy="38949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631081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2024 Mason">
      <a:dk1>
        <a:srgbClr val="000000"/>
      </a:dk1>
      <a:lt1>
        <a:srgbClr val="FFFFFF"/>
      </a:lt1>
      <a:dk2>
        <a:srgbClr val="333333"/>
      </a:dk2>
      <a:lt2>
        <a:srgbClr val="E7E6E6"/>
      </a:lt2>
      <a:accent1>
        <a:srgbClr val="005138"/>
      </a:accent1>
      <a:accent2>
        <a:srgbClr val="FFC733"/>
      </a:accent2>
      <a:accent3>
        <a:srgbClr val="CF4520"/>
      </a:accent3>
      <a:accent4>
        <a:srgbClr val="067681"/>
      </a:accent4>
      <a:accent5>
        <a:srgbClr val="326195"/>
      </a:accent5>
      <a:accent6>
        <a:srgbClr val="796E65"/>
      </a:accent6>
      <a:hlink>
        <a:srgbClr val="0563C1"/>
      </a:hlink>
      <a:folHlink>
        <a:srgbClr val="954F72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3BEF54C2EDBAD42ABA6D2B17A8AA352" ma:contentTypeVersion="14" ma:contentTypeDescription="Create a new document." ma:contentTypeScope="" ma:versionID="68be0631f34a19f4cd5c2da365b65fa3">
  <xsd:schema xmlns:xsd="http://www.w3.org/2001/XMLSchema" xmlns:xs="http://www.w3.org/2001/XMLSchema" xmlns:p="http://schemas.microsoft.com/office/2006/metadata/properties" xmlns:ns2="173a88a8-236d-40ce-a9c8-0f7af89cbc1d" xmlns:ns3="fe368638-d043-443b-91e9-0ae6fcf61500" targetNamespace="http://schemas.microsoft.com/office/2006/metadata/properties" ma:root="true" ma:fieldsID="d6d9b43eb6c405d88ad37f2b0ea7e8c7" ns2:_="" ns3:_="">
    <xsd:import namespace="173a88a8-236d-40ce-a9c8-0f7af89cbc1d"/>
    <xsd:import namespace="fe368638-d043-443b-91e9-0ae6fcf61500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73a88a8-236d-40ce-a9c8-0f7af89cbc1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16c1bbba-1a2d-496b-84ee-32d91506626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Location" ma:index="21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368638-d043-443b-91e9-0ae6fcf61500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31c242fd-dbac-46b9-8e88-916e6c97b230}" ma:internalName="TaxCatchAll" ma:showField="CatchAllData" ma:web="fe368638-d043-443b-91e9-0ae6fcf6150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fe368638-d043-443b-91e9-0ae6fcf61500" xsi:nil="true"/>
    <lcf76f155ced4ddcb4097134ff3c332f xmlns="173a88a8-236d-40ce-a9c8-0f7af89cbc1d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7750823-6208-4BFF-96DA-C7C4CA3DF7DC}">
  <ds:schemaRefs>
    <ds:schemaRef ds:uri="173a88a8-236d-40ce-a9c8-0f7af89cbc1d"/>
    <ds:schemaRef ds:uri="fe368638-d043-443b-91e9-0ae6fcf61500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C238F92-D426-4BEE-805A-F80178872645}">
  <ds:schemaRefs>
    <ds:schemaRef ds:uri="http://purl.org/dc/terms/"/>
    <ds:schemaRef ds:uri="fe368638-d043-443b-91e9-0ae6fcf61500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purl.org/dc/elements/1.1/"/>
    <ds:schemaRef ds:uri="173a88a8-236d-40ce-a9c8-0f7af89cbc1d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B1E4B866-3963-435A-98E6-72B22C6A86A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Microsoft Office PowerPoint</Application>
  <PresentationFormat>Widescreen</PresentationFormat>
  <Paragraphs>302</Paragraphs>
  <Slides>28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29" baseType="lpstr">
      <vt:lpstr>Office Theme</vt:lpstr>
      <vt:lpstr>Cricket Analytics: Predicting IPL Match Results using Historical Data and Machine Learning  </vt:lpstr>
      <vt:lpstr>Sadiya Sayara Chowdhury Puspo</vt:lpstr>
      <vt:lpstr>Outline</vt:lpstr>
      <vt:lpstr>Why?</vt:lpstr>
      <vt:lpstr>Motivation</vt:lpstr>
      <vt:lpstr>Problem Statement</vt:lpstr>
      <vt:lpstr>Research Questions &amp; Hypothesis</vt:lpstr>
      <vt:lpstr>Related Work</vt:lpstr>
      <vt:lpstr>How?</vt:lpstr>
      <vt:lpstr>Dataset Analysis</vt:lpstr>
      <vt:lpstr>Exploratory Data Analysis - 1</vt:lpstr>
      <vt:lpstr>Sai Padma Sriya Pothula </vt:lpstr>
      <vt:lpstr>Exploratory Data Analysis - 2</vt:lpstr>
      <vt:lpstr>Exploratory Data Analysis - 3</vt:lpstr>
      <vt:lpstr>Exploratory Data Analysis - 4</vt:lpstr>
      <vt:lpstr>Exploratory Data Analysis - 5</vt:lpstr>
      <vt:lpstr>Exploratory Data Analysis - 6</vt:lpstr>
      <vt:lpstr>Methodology  </vt:lpstr>
      <vt:lpstr>Adhi Mohan </vt:lpstr>
      <vt:lpstr>What?</vt:lpstr>
      <vt:lpstr>Does Winning the Toss Affect Match Outcomes?</vt:lpstr>
      <vt:lpstr>Role of Powerplay Performance in Determining Match Outcome </vt:lpstr>
      <vt:lpstr>Influence of Individual Performance Metrics on Player of the Match </vt:lpstr>
      <vt:lpstr>Conclusion</vt:lpstr>
      <vt:lpstr>Future Work</vt:lpstr>
      <vt:lpstr>Timeline</vt:lpstr>
      <vt:lpstr>Website Link</vt:lpstr>
      <vt:lpstr> Thank you! Any Questions?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Claire Brandt</dc:creator>
  <cp:lastModifiedBy>Sai Padma Sriya Pothula</cp:lastModifiedBy>
  <cp:revision>4</cp:revision>
  <dcterms:created xsi:type="dcterms:W3CDTF">2024-04-18T20:24:44Z</dcterms:created>
  <dcterms:modified xsi:type="dcterms:W3CDTF">2026-06-11T02:02:32Z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0x01010063BEF54C2EDBAD42ABA6D2B17A8AA352</vt:lpwstr>
  </property>
  <property fmtid="{D5CDD505-2E9C-101B-9397-08002B2CF9AE}" pid="3" name="MediaServiceImageTags">
    <vt:lpwstr/>
  </property>
</Properties>
</file>